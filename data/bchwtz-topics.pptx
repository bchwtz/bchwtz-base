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6"/>
  </p:notesMasterIdLst>
  <p:handoutMasterIdLst>
    <p:handoutMasterId r:id="rId7"/>
  </p:handoutMasterIdLst>
  <p:sldIdLst>
    <p:sldId id="424" r:id="rId2"/>
    <p:sldId id="421" r:id="rId3"/>
    <p:sldId id="423" r:id="rId4"/>
    <p:sldId id="422" r:id="rId5"/>
  </p:sldIdLst>
  <p:sldSz cx="9144000" cy="5143500" type="screen16x9"/>
  <p:notesSz cx="6858000" cy="9661525"/>
  <p:custShowLst>
    <p:custShow name="Mustermann1" id="0">
      <p:sldLst/>
    </p:custShow>
  </p:custShowLst>
  <p:defaultTextStyle>
    <a:defPPr>
      <a:defRPr lang="en-US"/>
    </a:defPPr>
    <a:lvl1pPr algn="ctr" rtl="0" eaLnBrk="0" fontAlgn="base" hangingPunct="0">
      <a:spcBef>
        <a:spcPct val="0"/>
      </a:spcBef>
      <a:spcAft>
        <a:spcPct val="0"/>
      </a:spcAft>
      <a:defRPr sz="2500" kern="1200">
        <a:solidFill>
          <a:srgbClr val="0028AD"/>
        </a:solidFill>
        <a:latin typeface="Arial" charset="0"/>
        <a:ea typeface="ＭＳ Ｐゴシック" charset="0"/>
        <a:cs typeface="+mn-cs"/>
      </a:defRPr>
    </a:lvl1pPr>
    <a:lvl2pPr marL="457200" algn="ctr" rtl="0" eaLnBrk="0" fontAlgn="base" hangingPunct="0">
      <a:spcBef>
        <a:spcPct val="0"/>
      </a:spcBef>
      <a:spcAft>
        <a:spcPct val="0"/>
      </a:spcAft>
      <a:defRPr sz="2500" kern="1200">
        <a:solidFill>
          <a:srgbClr val="0028AD"/>
        </a:solidFill>
        <a:latin typeface="Arial" charset="0"/>
        <a:ea typeface="ＭＳ Ｐゴシック" charset="0"/>
        <a:cs typeface="+mn-cs"/>
      </a:defRPr>
    </a:lvl2pPr>
    <a:lvl3pPr marL="914400" algn="ctr" rtl="0" eaLnBrk="0" fontAlgn="base" hangingPunct="0">
      <a:spcBef>
        <a:spcPct val="0"/>
      </a:spcBef>
      <a:spcAft>
        <a:spcPct val="0"/>
      </a:spcAft>
      <a:defRPr sz="2500" kern="1200">
        <a:solidFill>
          <a:srgbClr val="0028AD"/>
        </a:solidFill>
        <a:latin typeface="Arial" charset="0"/>
        <a:ea typeface="ＭＳ Ｐゴシック" charset="0"/>
        <a:cs typeface="+mn-cs"/>
      </a:defRPr>
    </a:lvl3pPr>
    <a:lvl4pPr marL="1371600" algn="ctr" rtl="0" eaLnBrk="0" fontAlgn="base" hangingPunct="0">
      <a:spcBef>
        <a:spcPct val="0"/>
      </a:spcBef>
      <a:spcAft>
        <a:spcPct val="0"/>
      </a:spcAft>
      <a:defRPr sz="2500" kern="1200">
        <a:solidFill>
          <a:srgbClr val="0028AD"/>
        </a:solidFill>
        <a:latin typeface="Arial" charset="0"/>
        <a:ea typeface="ＭＳ Ｐゴシック" charset="0"/>
        <a:cs typeface="+mn-cs"/>
      </a:defRPr>
    </a:lvl4pPr>
    <a:lvl5pPr marL="1828800" algn="ctr" rtl="0" eaLnBrk="0" fontAlgn="base" hangingPunct="0">
      <a:spcBef>
        <a:spcPct val="0"/>
      </a:spcBef>
      <a:spcAft>
        <a:spcPct val="0"/>
      </a:spcAft>
      <a:defRPr sz="2500" kern="1200">
        <a:solidFill>
          <a:srgbClr val="0028AD"/>
        </a:solidFill>
        <a:latin typeface="Arial" charset="0"/>
        <a:ea typeface="ＭＳ Ｐゴシック" charset="0"/>
        <a:cs typeface="+mn-cs"/>
      </a:defRPr>
    </a:lvl5pPr>
    <a:lvl6pPr marL="2286000" algn="l" defTabSz="457200" rtl="0" eaLnBrk="1" latinLnBrk="0" hangingPunct="1">
      <a:defRPr sz="2500" kern="1200">
        <a:solidFill>
          <a:srgbClr val="0028AD"/>
        </a:solidFill>
        <a:latin typeface="Arial" charset="0"/>
        <a:ea typeface="ＭＳ Ｐゴシック" charset="0"/>
        <a:cs typeface="+mn-cs"/>
      </a:defRPr>
    </a:lvl6pPr>
    <a:lvl7pPr marL="2743200" algn="l" defTabSz="457200" rtl="0" eaLnBrk="1" latinLnBrk="0" hangingPunct="1">
      <a:defRPr sz="2500" kern="1200">
        <a:solidFill>
          <a:srgbClr val="0028AD"/>
        </a:solidFill>
        <a:latin typeface="Arial" charset="0"/>
        <a:ea typeface="ＭＳ Ｐゴシック" charset="0"/>
        <a:cs typeface="+mn-cs"/>
      </a:defRPr>
    </a:lvl7pPr>
    <a:lvl8pPr marL="3200400" algn="l" defTabSz="457200" rtl="0" eaLnBrk="1" latinLnBrk="0" hangingPunct="1">
      <a:defRPr sz="2500" kern="1200">
        <a:solidFill>
          <a:srgbClr val="0028AD"/>
        </a:solidFill>
        <a:latin typeface="Arial" charset="0"/>
        <a:ea typeface="ＭＳ Ｐゴシック" charset="0"/>
        <a:cs typeface="+mn-cs"/>
      </a:defRPr>
    </a:lvl8pPr>
    <a:lvl9pPr marL="3657600" algn="l" defTabSz="457200" rtl="0" eaLnBrk="1" latinLnBrk="0" hangingPunct="1">
      <a:defRPr sz="2500" kern="1200">
        <a:solidFill>
          <a:srgbClr val="0028AD"/>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112">
          <p15:clr>
            <a:srgbClr val="A4A3A4"/>
          </p15:clr>
        </p15:guide>
        <p15:guide id="2" orient="horz" pos="2863">
          <p15:clr>
            <a:srgbClr val="A4A3A4"/>
          </p15:clr>
        </p15:guide>
        <p15:guide id="3" orient="horz" pos="813">
          <p15:clr>
            <a:srgbClr val="A4A3A4"/>
          </p15:clr>
        </p15:guide>
        <p15:guide id="4" orient="horz" pos="3118">
          <p15:clr>
            <a:srgbClr val="A4A3A4"/>
          </p15:clr>
        </p15:guide>
        <p15:guide id="5" orient="horz" pos="365">
          <p15:clr>
            <a:srgbClr val="A4A3A4"/>
          </p15:clr>
        </p15:guide>
        <p15:guide id="6" orient="horz" pos="595">
          <p15:clr>
            <a:srgbClr val="A4A3A4"/>
          </p15:clr>
        </p15:guide>
        <p15:guide id="7" pos="2880" userDrawn="1">
          <p15:clr>
            <a:srgbClr val="A4A3A4"/>
          </p15:clr>
        </p15:guide>
        <p15:guide id="8" pos="293">
          <p15:clr>
            <a:srgbClr val="A4A3A4"/>
          </p15:clr>
        </p15:guide>
        <p15:guide id="9" pos="1394">
          <p15:clr>
            <a:srgbClr val="A4A3A4"/>
          </p15:clr>
        </p15:guide>
        <p15:guide id="10" pos="1303">
          <p15:clr>
            <a:srgbClr val="A4A3A4"/>
          </p15:clr>
        </p15:guide>
        <p15:guide id="11" orient="horz" pos="3096">
          <p15:clr>
            <a:srgbClr val="A4A3A4"/>
          </p15:clr>
        </p15:guide>
        <p15:guide id="12" orient="horz" pos="710">
          <p15:clr>
            <a:srgbClr val="A4A3A4"/>
          </p15:clr>
        </p15:guide>
        <p15:guide id="13" orient="horz" pos="2867">
          <p15:clr>
            <a:srgbClr val="A4A3A4"/>
          </p15:clr>
        </p15:guide>
        <p15:guide id="14" orient="horz" pos="361">
          <p15:clr>
            <a:srgbClr val="A4A3A4"/>
          </p15:clr>
        </p15:guide>
        <p15:guide id="15" pos="157">
          <p15:clr>
            <a:srgbClr val="A4A3A4"/>
          </p15:clr>
        </p15:guide>
      </p15:sldGuideLst>
    </p:ext>
    <p:ext uri="{2D200454-40CA-4A62-9FC3-DE9A4176ACB9}">
      <p15:notesGuideLst xmlns:p15="http://schemas.microsoft.com/office/powerpoint/2012/main">
        <p15:guide id="1" orient="horz" pos="3043">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800000"/>
    <a:srgbClr val="990000"/>
    <a:srgbClr val="CC0000"/>
    <a:srgbClr val="FFCC00"/>
    <a:srgbClr val="005EAD"/>
    <a:srgbClr val="002F52"/>
    <a:srgbClr val="00377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36" autoAdjust="0"/>
    <p:restoredTop sz="95684" autoAdjust="0"/>
  </p:normalViewPr>
  <p:slideViewPr>
    <p:cSldViewPr snapToGrid="0" showGuides="1">
      <p:cViewPr varScale="1">
        <p:scale>
          <a:sx n="164" d="100"/>
          <a:sy n="164" d="100"/>
        </p:scale>
        <p:origin x="168" y="576"/>
      </p:cViewPr>
      <p:guideLst>
        <p:guide orient="horz" pos="112"/>
        <p:guide orient="horz" pos="2863"/>
        <p:guide orient="horz" pos="813"/>
        <p:guide orient="horz" pos="3118"/>
        <p:guide orient="horz" pos="365"/>
        <p:guide orient="horz" pos="595"/>
        <p:guide pos="2880"/>
        <p:guide pos="293"/>
        <p:guide pos="1394"/>
        <p:guide pos="1303"/>
        <p:guide orient="horz" pos="3096"/>
        <p:guide orient="horz" pos="710"/>
        <p:guide orient="horz" pos="2867"/>
        <p:guide orient="horz" pos="361"/>
        <p:guide pos="15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121" d="100"/>
          <a:sy n="121" d="100"/>
        </p:scale>
        <p:origin x="-312" y="-112"/>
      </p:cViewPr>
      <p:guideLst>
        <p:guide orient="horz" pos="3043"/>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841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imes" charset="0"/>
              </a:defRPr>
            </a:lvl1pPr>
          </a:lstStyle>
          <a:p>
            <a:endParaRPr lang="de-DE"/>
          </a:p>
        </p:txBody>
      </p:sp>
      <p:sp>
        <p:nvSpPr>
          <p:cNvPr id="6147" name="Rectangle 3"/>
          <p:cNvSpPr>
            <a:spLocks noGrp="1" noChangeArrowheads="1"/>
          </p:cNvSpPr>
          <p:nvPr>
            <p:ph type="dt" sz="quarter" idx="1"/>
          </p:nvPr>
        </p:nvSpPr>
        <p:spPr bwMode="auto">
          <a:xfrm>
            <a:off x="3886200" y="0"/>
            <a:ext cx="2971800" cy="4841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imes" charset="0"/>
              </a:defRPr>
            </a:lvl1pPr>
          </a:lstStyle>
          <a:p>
            <a:endParaRPr lang="de-DE"/>
          </a:p>
        </p:txBody>
      </p:sp>
      <p:sp>
        <p:nvSpPr>
          <p:cNvPr id="6148" name="Rectangle 4"/>
          <p:cNvSpPr>
            <a:spLocks noGrp="1" noChangeArrowheads="1"/>
          </p:cNvSpPr>
          <p:nvPr>
            <p:ph type="ftr" sz="quarter" idx="2"/>
          </p:nvPr>
        </p:nvSpPr>
        <p:spPr bwMode="auto">
          <a:xfrm>
            <a:off x="0" y="9177338"/>
            <a:ext cx="2971800" cy="4841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imes" charset="0"/>
              </a:defRPr>
            </a:lvl1pPr>
          </a:lstStyle>
          <a:p>
            <a:endParaRPr lang="de-DE"/>
          </a:p>
        </p:txBody>
      </p:sp>
      <p:sp>
        <p:nvSpPr>
          <p:cNvPr id="6149" name="Rectangle 5"/>
          <p:cNvSpPr>
            <a:spLocks noGrp="1" noChangeArrowheads="1"/>
          </p:cNvSpPr>
          <p:nvPr>
            <p:ph type="sldNum" sz="quarter" idx="3"/>
          </p:nvPr>
        </p:nvSpPr>
        <p:spPr bwMode="auto">
          <a:xfrm>
            <a:off x="3886200" y="9177338"/>
            <a:ext cx="2971800" cy="4841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imes" charset="0"/>
              </a:defRPr>
            </a:lvl1pPr>
          </a:lstStyle>
          <a:p>
            <a:fld id="{D54606BC-1185-6343-8CD4-1A7CC7DA3AB6}" type="slidenum">
              <a:rPr lang="de-DE"/>
              <a:pPr/>
              <a:t>‹Nr.›</a:t>
            </a:fld>
            <a:endParaRPr lang="de-DE"/>
          </a:p>
        </p:txBody>
      </p:sp>
    </p:spTree>
    <p:extLst>
      <p:ext uri="{BB962C8B-B14F-4D97-AF65-F5344CB8AC3E}">
        <p14:creationId xmlns:p14="http://schemas.microsoft.com/office/powerpoint/2010/main" val="26239445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6" name="Rectangle 1028"/>
          <p:cNvSpPr>
            <a:spLocks noGrp="1" noRot="1" noChangeAspect="1" noChangeArrowheads="1" noTextEdit="1"/>
          </p:cNvSpPr>
          <p:nvPr>
            <p:ph type="sldImg" idx="2"/>
          </p:nvPr>
        </p:nvSpPr>
        <p:spPr bwMode="auto">
          <a:xfrm>
            <a:off x="-3916363" y="536575"/>
            <a:ext cx="14692313" cy="8266113"/>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8197" name="Rectangle 1029"/>
          <p:cNvSpPr>
            <a:spLocks noGrp="1" noChangeArrowheads="1"/>
          </p:cNvSpPr>
          <p:nvPr>
            <p:ph type="body" sz="quarter" idx="3"/>
          </p:nvPr>
        </p:nvSpPr>
        <p:spPr bwMode="auto">
          <a:xfrm>
            <a:off x="285750" y="8910638"/>
            <a:ext cx="6286500" cy="430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de-DE"/>
              <a:t>Klicken Sie, um die Textformatierung des Masters zu bearbeiten.</a:t>
            </a:r>
          </a:p>
        </p:txBody>
      </p:sp>
    </p:spTree>
    <p:extLst>
      <p:ext uri="{BB962C8B-B14F-4D97-AF65-F5344CB8AC3E}">
        <p14:creationId xmlns:p14="http://schemas.microsoft.com/office/powerpoint/2010/main" val="1612218178"/>
      </p:ext>
    </p:extLst>
  </p:cSld>
  <p:clrMap bg1="lt1" tx1="dk1" bg2="lt2" tx2="dk2" accent1="accent1" accent2="accent2" accent3="accent3" accent4="accent4" accent5="accent5" accent6="accent6" hlink="hlink" folHlink="folHlink"/>
  <p:notesStyle>
    <a:lvl1pPr algn="ctr" rtl="0" fontAlgn="base">
      <a:spcBef>
        <a:spcPct val="30000"/>
      </a:spcBef>
      <a:spcAft>
        <a:spcPct val="0"/>
      </a:spcAft>
      <a:defRPr sz="1200" kern="1200">
        <a:solidFill>
          <a:schemeClr val="tx1"/>
        </a:solidFill>
        <a:latin typeface="Syntax" charset="0"/>
        <a:ea typeface="ＭＳ Ｐゴシック" charset="0"/>
        <a:cs typeface="+mn-cs"/>
      </a:defRPr>
    </a:lvl1pPr>
    <a:lvl2pPr marL="457200" algn="ctr" rtl="0" fontAlgn="base">
      <a:spcBef>
        <a:spcPct val="30000"/>
      </a:spcBef>
      <a:spcAft>
        <a:spcPct val="0"/>
      </a:spcAft>
      <a:defRPr sz="1200" kern="1200">
        <a:solidFill>
          <a:schemeClr val="tx1"/>
        </a:solidFill>
        <a:latin typeface="Syntax" charset="0"/>
        <a:ea typeface="ＭＳ Ｐゴシック" charset="0"/>
        <a:cs typeface="+mn-cs"/>
      </a:defRPr>
    </a:lvl2pPr>
    <a:lvl3pPr marL="914400" algn="ctr" rtl="0" fontAlgn="base">
      <a:spcBef>
        <a:spcPct val="30000"/>
      </a:spcBef>
      <a:spcAft>
        <a:spcPct val="0"/>
      </a:spcAft>
      <a:defRPr sz="1200" kern="1200">
        <a:solidFill>
          <a:schemeClr val="tx1"/>
        </a:solidFill>
        <a:latin typeface="Syntax" charset="0"/>
        <a:ea typeface="ＭＳ Ｐゴシック" charset="0"/>
        <a:cs typeface="+mn-cs"/>
      </a:defRPr>
    </a:lvl3pPr>
    <a:lvl4pPr marL="1371600" algn="ctr" rtl="0" fontAlgn="base">
      <a:spcBef>
        <a:spcPct val="30000"/>
      </a:spcBef>
      <a:spcAft>
        <a:spcPct val="0"/>
      </a:spcAft>
      <a:defRPr sz="1200" kern="1200">
        <a:solidFill>
          <a:schemeClr val="tx1"/>
        </a:solidFill>
        <a:latin typeface="Syntax" charset="0"/>
        <a:ea typeface="ＭＳ Ｐゴシック" charset="0"/>
        <a:cs typeface="+mn-cs"/>
      </a:defRPr>
    </a:lvl4pPr>
    <a:lvl5pPr marL="1828800" algn="ctr" rtl="0" fontAlgn="base">
      <a:spcBef>
        <a:spcPct val="30000"/>
      </a:spcBef>
      <a:spcAft>
        <a:spcPct val="0"/>
      </a:spcAft>
      <a:defRPr sz="1200" kern="1200">
        <a:solidFill>
          <a:schemeClr val="tx1"/>
        </a:solidFill>
        <a:latin typeface="Syntax"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8" name="Bildplatzhalter 6"/>
          <p:cNvSpPr>
            <a:spLocks noGrp="1"/>
          </p:cNvSpPr>
          <p:nvPr>
            <p:ph type="pic" sz="quarter" idx="11"/>
          </p:nvPr>
        </p:nvSpPr>
        <p:spPr>
          <a:xfrm>
            <a:off x="0" y="971447"/>
            <a:ext cx="9144000" cy="3215456"/>
          </a:xfrm>
          <a:prstGeom prst="rect">
            <a:avLst/>
          </a:prstGeom>
        </p:spPr>
        <p:txBody>
          <a:bodyPr vert="horz"/>
          <a:lstStyle/>
          <a:p>
            <a:r>
              <a:rPr lang="de-DE"/>
              <a:t>Bild durch Klicken auf Symbol hinzufügen</a:t>
            </a:r>
            <a:endParaRPr lang="de-DE" dirty="0"/>
          </a:p>
        </p:txBody>
      </p:sp>
      <p:pic>
        <p:nvPicPr>
          <p:cNvPr id="10" name="Bild 9" descr="FH-SWF_Logo-RGB.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892" y="4280416"/>
            <a:ext cx="1966296" cy="722312"/>
          </a:xfrm>
          <a:prstGeom prst="rect">
            <a:avLst/>
          </a:prstGeom>
        </p:spPr>
      </p:pic>
      <p:pic>
        <p:nvPicPr>
          <p:cNvPr id="11" name="Bild 10" descr="Claim-RGB.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9238" y="4636051"/>
            <a:ext cx="1269759" cy="278849"/>
          </a:xfrm>
          <a:prstGeom prst="rect">
            <a:avLst/>
          </a:prstGeom>
        </p:spPr>
      </p:pic>
      <p:sp>
        <p:nvSpPr>
          <p:cNvPr id="12" name="Titel 6"/>
          <p:cNvSpPr>
            <a:spLocks noGrp="1"/>
          </p:cNvSpPr>
          <p:nvPr>
            <p:ph type="title" hasCustomPrompt="1"/>
          </p:nvPr>
        </p:nvSpPr>
        <p:spPr>
          <a:xfrm>
            <a:off x="249238" y="177800"/>
            <a:ext cx="8638960" cy="336550"/>
          </a:xfrm>
          <a:prstGeom prst="rect">
            <a:avLst/>
          </a:prstGeom>
          <a:ln>
            <a:solidFill>
              <a:schemeClr val="tx1">
                <a:alpha val="0"/>
              </a:schemeClr>
            </a:solidFill>
          </a:ln>
        </p:spPr>
        <p:txBody>
          <a:bodyPr vert="horz" lIns="0" tIns="0" rIns="0" bIns="0" anchor="b" anchorCtr="0"/>
          <a:lstStyle>
            <a:lvl1pPr>
              <a:defRPr>
                <a:solidFill>
                  <a:schemeClr val="tx2"/>
                </a:solidFill>
                <a:latin typeface="Arial"/>
                <a:cs typeface="Arial"/>
              </a:defRPr>
            </a:lvl1pPr>
          </a:lstStyle>
          <a:p>
            <a:r>
              <a:rPr lang="de-DE" dirty="0">
                <a:solidFill>
                  <a:schemeClr val="tx2"/>
                </a:solidFill>
                <a:latin typeface="Arial"/>
                <a:cs typeface="Arial"/>
              </a:rPr>
              <a:t>Headline (Arial 24 Pt, </a:t>
            </a:r>
            <a:r>
              <a:rPr lang="de-DE" dirty="0" err="1">
                <a:solidFill>
                  <a:schemeClr val="tx2"/>
                </a:solidFill>
                <a:latin typeface="Arial"/>
                <a:cs typeface="Arial"/>
              </a:rPr>
              <a:t>Bold</a:t>
            </a:r>
            <a:r>
              <a:rPr lang="de-DE" dirty="0">
                <a:solidFill>
                  <a:schemeClr val="tx2"/>
                </a:solidFill>
                <a:latin typeface="Arial"/>
                <a:cs typeface="Arial"/>
              </a:rPr>
              <a:t>)</a:t>
            </a:r>
          </a:p>
        </p:txBody>
      </p:sp>
      <p:sp>
        <p:nvSpPr>
          <p:cNvPr id="13" name="Textplatzhalter 3" title="Test"/>
          <p:cNvSpPr>
            <a:spLocks noGrp="1"/>
          </p:cNvSpPr>
          <p:nvPr>
            <p:ph type="body" sz="quarter" idx="10" hasCustomPrompt="1"/>
          </p:nvPr>
        </p:nvSpPr>
        <p:spPr>
          <a:xfrm>
            <a:off x="249238" y="573087"/>
            <a:ext cx="8639175" cy="385557"/>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lvl1pPr>
          </a:lstStyle>
          <a:p>
            <a:pPr marL="0" marR="0" lvl="0" indent="0" algn="l" defTabSz="914400" rtl="0" eaLnBrk="0" fontAlgn="base" latinLnBrk="0" hangingPunct="0">
              <a:lnSpc>
                <a:spcPct val="100000"/>
              </a:lnSpc>
              <a:spcBef>
                <a:spcPct val="0"/>
              </a:spcBef>
              <a:spcAft>
                <a:spcPct val="30000"/>
              </a:spcAft>
              <a:buClr>
                <a:srgbClr val="005EAD"/>
              </a:buClr>
              <a:buSzTx/>
              <a:buFont typeface="Wingdings" charset="0"/>
              <a:buNone/>
              <a:tabLst/>
              <a:defRPr/>
            </a:pPr>
            <a:r>
              <a:rPr lang="de-DE" dirty="0"/>
              <a:t>Subheadline (Arial 18 Pt, </a:t>
            </a:r>
            <a:r>
              <a:rPr lang="de-DE" dirty="0" err="1"/>
              <a:t>Bold</a:t>
            </a:r>
            <a:r>
              <a:rPr lang="de-DE" dirty="0"/>
              <a:t>)</a:t>
            </a:r>
          </a:p>
          <a:p>
            <a:pPr lvl="0"/>
            <a:endParaRPr lang="de-DE"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HSWF + Sources">
    <p:spTree>
      <p:nvGrpSpPr>
        <p:cNvPr id="1" name=""/>
        <p:cNvGrpSpPr/>
        <p:nvPr/>
      </p:nvGrpSpPr>
      <p:grpSpPr>
        <a:xfrm>
          <a:off x="0" y="0"/>
          <a:ext cx="0" cy="0"/>
          <a:chOff x="0" y="0"/>
          <a:chExt cx="0" cy="0"/>
        </a:xfrm>
      </p:grpSpPr>
      <p:pic>
        <p:nvPicPr>
          <p:cNvPr id="14" name="Bild 13" descr="FH-SWF_Logo-RGB.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83311" y="4581115"/>
            <a:ext cx="1061911" cy="390090"/>
          </a:xfrm>
          <a:prstGeom prst="rect">
            <a:avLst/>
          </a:prstGeom>
        </p:spPr>
      </p:pic>
      <p:sp>
        <p:nvSpPr>
          <p:cNvPr id="17" name="Titel 6"/>
          <p:cNvSpPr>
            <a:spLocks noGrp="1"/>
          </p:cNvSpPr>
          <p:nvPr>
            <p:ph type="title" hasCustomPrompt="1"/>
          </p:nvPr>
        </p:nvSpPr>
        <p:spPr>
          <a:xfrm>
            <a:off x="249238" y="177800"/>
            <a:ext cx="8638960" cy="336550"/>
          </a:xfrm>
          <a:prstGeom prst="rect">
            <a:avLst/>
          </a:prstGeom>
          <a:ln>
            <a:solidFill>
              <a:schemeClr val="tx1">
                <a:alpha val="0"/>
              </a:schemeClr>
            </a:solidFill>
          </a:ln>
        </p:spPr>
        <p:txBody>
          <a:bodyPr vert="horz" lIns="0" tIns="0" rIns="0" bIns="0" anchor="b" anchorCtr="0"/>
          <a:lstStyle>
            <a:lvl1pPr>
              <a:defRPr>
                <a:solidFill>
                  <a:schemeClr val="tx2"/>
                </a:solidFill>
                <a:latin typeface="Arial"/>
                <a:cs typeface="Arial"/>
              </a:defRPr>
            </a:lvl1pPr>
          </a:lstStyle>
          <a:p>
            <a:r>
              <a:rPr lang="de-DE" dirty="0">
                <a:solidFill>
                  <a:schemeClr val="tx2"/>
                </a:solidFill>
                <a:latin typeface="Arial"/>
                <a:cs typeface="Arial"/>
              </a:rPr>
              <a:t>Headline (Arial 24 Pt, </a:t>
            </a:r>
            <a:r>
              <a:rPr lang="de-DE" dirty="0" err="1">
                <a:solidFill>
                  <a:schemeClr val="tx2"/>
                </a:solidFill>
                <a:latin typeface="Arial"/>
                <a:cs typeface="Arial"/>
              </a:rPr>
              <a:t>Bold</a:t>
            </a:r>
            <a:r>
              <a:rPr lang="de-DE" dirty="0">
                <a:solidFill>
                  <a:schemeClr val="tx2"/>
                </a:solidFill>
                <a:latin typeface="Arial"/>
                <a:cs typeface="Arial"/>
              </a:rPr>
              <a:t>)</a:t>
            </a:r>
          </a:p>
        </p:txBody>
      </p:sp>
      <p:sp>
        <p:nvSpPr>
          <p:cNvPr id="18" name="Textplatzhalter 3" title="Test"/>
          <p:cNvSpPr>
            <a:spLocks noGrp="1"/>
          </p:cNvSpPr>
          <p:nvPr>
            <p:ph type="body" sz="quarter" idx="10" hasCustomPrompt="1"/>
          </p:nvPr>
        </p:nvSpPr>
        <p:spPr>
          <a:xfrm>
            <a:off x="249238" y="573087"/>
            <a:ext cx="8639175" cy="385557"/>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lvl1pPr>
          </a:lstStyle>
          <a:p>
            <a:pPr marL="0" marR="0" lvl="0" indent="0" algn="l" defTabSz="914400" rtl="0" eaLnBrk="0" fontAlgn="base" latinLnBrk="0" hangingPunct="0">
              <a:lnSpc>
                <a:spcPct val="100000"/>
              </a:lnSpc>
              <a:spcBef>
                <a:spcPct val="0"/>
              </a:spcBef>
              <a:spcAft>
                <a:spcPct val="30000"/>
              </a:spcAft>
              <a:buClr>
                <a:srgbClr val="005EAD"/>
              </a:buClr>
              <a:buSzTx/>
              <a:buFont typeface="Wingdings" charset="0"/>
              <a:buNone/>
              <a:tabLst/>
              <a:defRPr/>
            </a:pPr>
            <a:r>
              <a:rPr lang="de-DE" dirty="0"/>
              <a:t>Subheadline (Arial 18 Pt, </a:t>
            </a:r>
            <a:r>
              <a:rPr lang="de-DE" dirty="0" err="1"/>
              <a:t>Bold</a:t>
            </a:r>
            <a:r>
              <a:rPr lang="de-DE" dirty="0"/>
              <a:t>)</a:t>
            </a:r>
          </a:p>
          <a:p>
            <a:pPr lvl="0"/>
            <a:endParaRPr lang="de-DE" dirty="0"/>
          </a:p>
        </p:txBody>
      </p:sp>
      <p:cxnSp>
        <p:nvCxnSpPr>
          <p:cNvPr id="9" name="Gerade Verbindung 8"/>
          <p:cNvCxnSpPr/>
          <p:nvPr userDrawn="1"/>
        </p:nvCxnSpPr>
        <p:spPr bwMode="auto">
          <a:xfrm>
            <a:off x="0" y="934955"/>
            <a:ext cx="4575175"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0" name="Inhaltsplatzhalter 2"/>
          <p:cNvSpPr>
            <a:spLocks noGrp="1"/>
          </p:cNvSpPr>
          <p:nvPr>
            <p:ph idx="1"/>
          </p:nvPr>
        </p:nvSpPr>
        <p:spPr>
          <a:xfrm>
            <a:off x="249238" y="1127125"/>
            <a:ext cx="8648699" cy="3263846"/>
          </a:xfrm>
          <a:prstGeom prst="rect">
            <a:avLst/>
          </a:prstGeom>
        </p:spPr>
        <p:txBody>
          <a:bodyPr lIns="0" tIns="0" rIns="0" bIns="0"/>
          <a:lstStyle>
            <a:lvl1pPr marL="0" indent="0">
              <a:buClr>
                <a:srgbClr val="005EAD"/>
              </a:buClr>
              <a:buNone/>
              <a:defRPr sz="1400"/>
            </a:lvl1pPr>
            <a:lvl2pPr marL="631825" indent="-180975">
              <a:defRPr/>
            </a:lvl2pPr>
          </a:lstStyle>
          <a:p>
            <a:pPr lvl="0"/>
            <a:r>
              <a:rPr lang="de-DE" dirty="0"/>
              <a:t>Mastertextformat bearbeiten</a:t>
            </a:r>
          </a:p>
        </p:txBody>
      </p:sp>
      <p:sp>
        <p:nvSpPr>
          <p:cNvPr id="2" name="Inhaltsplatzhalter 2">
            <a:extLst>
              <a:ext uri="{FF2B5EF4-FFF2-40B4-BE49-F238E27FC236}">
                <a16:creationId xmlns:a16="http://schemas.microsoft.com/office/drawing/2014/main" id="{D8089E26-82E8-E6E6-D02A-C7C59D31925D}"/>
              </a:ext>
            </a:extLst>
          </p:cNvPr>
          <p:cNvSpPr>
            <a:spLocks noGrp="1"/>
          </p:cNvSpPr>
          <p:nvPr>
            <p:ph idx="11"/>
          </p:nvPr>
        </p:nvSpPr>
        <p:spPr>
          <a:xfrm>
            <a:off x="843455" y="4421571"/>
            <a:ext cx="8056069" cy="128944"/>
          </a:xfrm>
          <a:prstGeom prst="rect">
            <a:avLst/>
          </a:prstGeom>
        </p:spPr>
        <p:txBody>
          <a:bodyPr lIns="0" tIns="0" rIns="0" bIns="0"/>
          <a:lstStyle>
            <a:lvl1pPr marL="0" indent="0">
              <a:buClr>
                <a:srgbClr val="005EAD"/>
              </a:buClr>
              <a:buNone/>
              <a:defRPr sz="900" i="1">
                <a:solidFill>
                  <a:schemeClr val="bg1">
                    <a:lumMod val="65000"/>
                  </a:schemeClr>
                </a:solidFill>
              </a:defRPr>
            </a:lvl1pPr>
            <a:lvl2pPr marL="631825" indent="-180975">
              <a:defRPr/>
            </a:lvl2pPr>
          </a:lstStyle>
          <a:p>
            <a:pPr lvl="0"/>
            <a:r>
              <a:rPr lang="de-DE" dirty="0"/>
              <a:t>Mastertextformat bearbeiten</a:t>
            </a:r>
          </a:p>
        </p:txBody>
      </p:sp>
      <p:sp>
        <p:nvSpPr>
          <p:cNvPr id="3" name="Text Box 149">
            <a:extLst>
              <a:ext uri="{FF2B5EF4-FFF2-40B4-BE49-F238E27FC236}">
                <a16:creationId xmlns:a16="http://schemas.microsoft.com/office/drawing/2014/main" id="{E4B6A5D3-0600-ABA5-7FE8-1199056A29D2}"/>
              </a:ext>
            </a:extLst>
          </p:cNvPr>
          <p:cNvSpPr txBox="1">
            <a:spLocks noChangeArrowheads="1"/>
          </p:cNvSpPr>
          <p:nvPr userDrawn="1"/>
        </p:nvSpPr>
        <p:spPr bwMode="auto">
          <a:xfrm>
            <a:off x="244476" y="4421571"/>
            <a:ext cx="598979" cy="1289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0">
            <a:no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lang="de-DE" sz="900" b="1" dirty="0">
                <a:solidFill>
                  <a:schemeClr val="bg1">
                    <a:lumMod val="65000"/>
                  </a:schemeClr>
                </a:solidFill>
              </a:rPr>
              <a:t>Sources:</a:t>
            </a:r>
          </a:p>
        </p:txBody>
      </p:sp>
    </p:spTree>
    <p:extLst>
      <p:ext uri="{BB962C8B-B14F-4D97-AF65-F5344CB8AC3E}">
        <p14:creationId xmlns:p14="http://schemas.microsoft.com/office/powerpoint/2010/main" val="388090283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HSWF">
    <p:spTree>
      <p:nvGrpSpPr>
        <p:cNvPr id="1" name=""/>
        <p:cNvGrpSpPr/>
        <p:nvPr/>
      </p:nvGrpSpPr>
      <p:grpSpPr>
        <a:xfrm>
          <a:off x="0" y="0"/>
          <a:ext cx="0" cy="0"/>
          <a:chOff x="0" y="0"/>
          <a:chExt cx="0" cy="0"/>
        </a:xfrm>
      </p:grpSpPr>
      <p:pic>
        <p:nvPicPr>
          <p:cNvPr id="14" name="Bild 13" descr="FH-SWF_Logo-RGB.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83311" y="4581115"/>
            <a:ext cx="1061911" cy="390090"/>
          </a:xfrm>
          <a:prstGeom prst="rect">
            <a:avLst/>
          </a:prstGeom>
        </p:spPr>
      </p:pic>
      <p:sp>
        <p:nvSpPr>
          <p:cNvPr id="17" name="Titel 6"/>
          <p:cNvSpPr>
            <a:spLocks noGrp="1"/>
          </p:cNvSpPr>
          <p:nvPr>
            <p:ph type="title" hasCustomPrompt="1"/>
          </p:nvPr>
        </p:nvSpPr>
        <p:spPr>
          <a:xfrm>
            <a:off x="249238" y="177800"/>
            <a:ext cx="8638960" cy="336550"/>
          </a:xfrm>
          <a:prstGeom prst="rect">
            <a:avLst/>
          </a:prstGeom>
          <a:ln>
            <a:solidFill>
              <a:schemeClr val="tx1">
                <a:alpha val="0"/>
              </a:schemeClr>
            </a:solidFill>
          </a:ln>
        </p:spPr>
        <p:txBody>
          <a:bodyPr vert="horz" lIns="0" tIns="0" rIns="0" bIns="0" anchor="b" anchorCtr="0"/>
          <a:lstStyle>
            <a:lvl1pPr>
              <a:defRPr>
                <a:solidFill>
                  <a:schemeClr val="tx2"/>
                </a:solidFill>
                <a:latin typeface="Arial"/>
                <a:cs typeface="Arial"/>
              </a:defRPr>
            </a:lvl1pPr>
          </a:lstStyle>
          <a:p>
            <a:r>
              <a:rPr lang="de-DE" dirty="0">
                <a:solidFill>
                  <a:schemeClr val="tx2"/>
                </a:solidFill>
                <a:latin typeface="Arial"/>
                <a:cs typeface="Arial"/>
              </a:rPr>
              <a:t>Headline (Arial 24 Pt, </a:t>
            </a:r>
            <a:r>
              <a:rPr lang="de-DE" dirty="0" err="1">
                <a:solidFill>
                  <a:schemeClr val="tx2"/>
                </a:solidFill>
                <a:latin typeface="Arial"/>
                <a:cs typeface="Arial"/>
              </a:rPr>
              <a:t>Bold</a:t>
            </a:r>
            <a:r>
              <a:rPr lang="de-DE" dirty="0">
                <a:solidFill>
                  <a:schemeClr val="tx2"/>
                </a:solidFill>
                <a:latin typeface="Arial"/>
                <a:cs typeface="Arial"/>
              </a:rPr>
              <a:t>)</a:t>
            </a:r>
          </a:p>
        </p:txBody>
      </p:sp>
      <p:sp>
        <p:nvSpPr>
          <p:cNvPr id="18" name="Textplatzhalter 3" title="Test"/>
          <p:cNvSpPr>
            <a:spLocks noGrp="1"/>
          </p:cNvSpPr>
          <p:nvPr>
            <p:ph type="body" sz="quarter" idx="10" hasCustomPrompt="1"/>
          </p:nvPr>
        </p:nvSpPr>
        <p:spPr>
          <a:xfrm>
            <a:off x="249238" y="573087"/>
            <a:ext cx="8639175" cy="385557"/>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lvl1pPr>
          </a:lstStyle>
          <a:p>
            <a:pPr marL="0" marR="0" lvl="0" indent="0" algn="l" defTabSz="914400" rtl="0" eaLnBrk="0" fontAlgn="base" latinLnBrk="0" hangingPunct="0">
              <a:lnSpc>
                <a:spcPct val="100000"/>
              </a:lnSpc>
              <a:spcBef>
                <a:spcPct val="0"/>
              </a:spcBef>
              <a:spcAft>
                <a:spcPct val="30000"/>
              </a:spcAft>
              <a:buClr>
                <a:srgbClr val="005EAD"/>
              </a:buClr>
              <a:buSzTx/>
              <a:buFont typeface="Wingdings" charset="0"/>
              <a:buNone/>
              <a:tabLst/>
              <a:defRPr/>
            </a:pPr>
            <a:r>
              <a:rPr lang="de-DE" dirty="0"/>
              <a:t>Subheadline (Arial 18 Pt, </a:t>
            </a:r>
            <a:r>
              <a:rPr lang="de-DE" dirty="0" err="1"/>
              <a:t>Bold</a:t>
            </a:r>
            <a:r>
              <a:rPr lang="de-DE" dirty="0"/>
              <a:t>)</a:t>
            </a:r>
          </a:p>
          <a:p>
            <a:pPr lvl="0"/>
            <a:endParaRPr lang="de-DE" dirty="0"/>
          </a:p>
        </p:txBody>
      </p:sp>
      <p:cxnSp>
        <p:nvCxnSpPr>
          <p:cNvPr id="9" name="Gerade Verbindung 8"/>
          <p:cNvCxnSpPr/>
          <p:nvPr userDrawn="1"/>
        </p:nvCxnSpPr>
        <p:spPr bwMode="auto">
          <a:xfrm>
            <a:off x="0" y="934955"/>
            <a:ext cx="3960000"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0" name="Inhaltsplatzhalter 2"/>
          <p:cNvSpPr>
            <a:spLocks noGrp="1"/>
          </p:cNvSpPr>
          <p:nvPr>
            <p:ph idx="1"/>
          </p:nvPr>
        </p:nvSpPr>
        <p:spPr>
          <a:xfrm>
            <a:off x="249238" y="1127124"/>
            <a:ext cx="8648699" cy="3423387"/>
          </a:xfrm>
          <a:prstGeom prst="rect">
            <a:avLst/>
          </a:prstGeom>
        </p:spPr>
        <p:txBody>
          <a:bodyPr lIns="0" tIns="0" rIns="0" bIns="0"/>
          <a:lstStyle>
            <a:lvl1pPr marL="0" indent="0">
              <a:buClr>
                <a:srgbClr val="005EAD"/>
              </a:buClr>
              <a:buNone/>
              <a:defRPr sz="1400"/>
            </a:lvl1pPr>
            <a:lvl2pPr marL="631825" indent="-180975">
              <a:defRPr/>
            </a:lvl2pPr>
          </a:lstStyle>
          <a:p>
            <a:pPr lvl="0"/>
            <a:r>
              <a:rPr lang="de-DE" dirty="0"/>
              <a:t>Mastertextformat bearbeiten</a:t>
            </a:r>
          </a:p>
        </p:txBody>
      </p:sp>
    </p:spTree>
    <p:extLst>
      <p:ext uri="{BB962C8B-B14F-4D97-AF65-F5344CB8AC3E}">
        <p14:creationId xmlns:p14="http://schemas.microsoft.com/office/powerpoint/2010/main" val="59647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Box 149">
            <a:extLst>
              <a:ext uri="{FF2B5EF4-FFF2-40B4-BE49-F238E27FC236}">
                <a16:creationId xmlns:a16="http://schemas.microsoft.com/office/drawing/2014/main" id="{BAB32C33-59AB-8A1E-0E41-D13B2695EB99}"/>
              </a:ext>
            </a:extLst>
          </p:cNvPr>
          <p:cNvSpPr txBox="1">
            <a:spLocks noChangeArrowheads="1"/>
          </p:cNvSpPr>
          <p:nvPr userDrawn="1"/>
        </p:nvSpPr>
        <p:spPr bwMode="auto">
          <a:xfrm>
            <a:off x="241300" y="4769069"/>
            <a:ext cx="6820207" cy="1442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0">
            <a:no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lang="de-DE" sz="800" dirty="0">
                <a:solidFill>
                  <a:schemeClr val="bg1">
                    <a:lumMod val="65000"/>
                  </a:schemeClr>
                </a:solidFill>
              </a:rPr>
              <a:t>Slide </a:t>
            </a:r>
            <a:fld id="{44BA279E-E9BC-D743-974C-EFE8A41952FB}" type="slidenum">
              <a:rPr lang="de-DE" sz="800" smtClean="0">
                <a:solidFill>
                  <a:schemeClr val="bg1">
                    <a:lumMod val="65000"/>
                  </a:schemeClr>
                </a:solidFill>
              </a:rPr>
              <a:pPr marL="0" marR="0" lvl="0" indent="0" algn="l" defTabSz="914400" rtl="0" eaLnBrk="0" fontAlgn="base" latinLnBrk="0" hangingPunct="0">
                <a:lnSpc>
                  <a:spcPct val="100000"/>
                </a:lnSpc>
                <a:spcBef>
                  <a:spcPct val="50000"/>
                </a:spcBef>
                <a:spcAft>
                  <a:spcPct val="0"/>
                </a:spcAft>
                <a:buClrTx/>
                <a:buSzTx/>
                <a:buFontTx/>
                <a:buNone/>
                <a:tabLst/>
                <a:defRPr/>
              </a:pPr>
              <a:t>‹Nr.›</a:t>
            </a:fld>
            <a:r>
              <a:rPr lang="de-DE" sz="800" dirty="0">
                <a:solidFill>
                  <a:schemeClr val="bg1">
                    <a:lumMod val="65000"/>
                  </a:schemeClr>
                </a:solidFill>
              </a:rPr>
              <a:t> | Prof. Dr. Benjamin Buchwitz</a:t>
            </a:r>
          </a:p>
        </p:txBody>
      </p:sp>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Lst>
  <p:transition>
    <p:fade/>
  </p:transition>
  <p:txStyles>
    <p:titleStyle>
      <a:lvl1pPr algn="l" rtl="0" eaLnBrk="1" fontAlgn="base" hangingPunct="1">
        <a:spcBef>
          <a:spcPct val="0"/>
        </a:spcBef>
        <a:spcAft>
          <a:spcPct val="0"/>
        </a:spcAft>
        <a:defRPr sz="2400" b="1">
          <a:solidFill>
            <a:srgbClr val="005EAD"/>
          </a:solidFill>
          <a:latin typeface="+mj-lt"/>
          <a:ea typeface="+mj-ea"/>
          <a:cs typeface="+mj-cs"/>
        </a:defRPr>
      </a:lvl1pPr>
      <a:lvl2pPr algn="l" rtl="0" eaLnBrk="1" fontAlgn="base" hangingPunct="1">
        <a:spcBef>
          <a:spcPct val="0"/>
        </a:spcBef>
        <a:spcAft>
          <a:spcPct val="0"/>
        </a:spcAft>
        <a:defRPr sz="2400" b="1">
          <a:solidFill>
            <a:schemeClr val="bg1"/>
          </a:solidFill>
          <a:latin typeface="Arial" charset="0"/>
          <a:ea typeface="ＭＳ Ｐゴシック" charset="0"/>
        </a:defRPr>
      </a:lvl2pPr>
      <a:lvl3pPr algn="l" rtl="0" eaLnBrk="1" fontAlgn="base" hangingPunct="1">
        <a:spcBef>
          <a:spcPct val="0"/>
        </a:spcBef>
        <a:spcAft>
          <a:spcPct val="0"/>
        </a:spcAft>
        <a:defRPr sz="2400" b="1">
          <a:solidFill>
            <a:schemeClr val="bg1"/>
          </a:solidFill>
          <a:latin typeface="Arial" charset="0"/>
          <a:ea typeface="ＭＳ Ｐゴシック" charset="0"/>
        </a:defRPr>
      </a:lvl3pPr>
      <a:lvl4pPr algn="l" rtl="0" eaLnBrk="1" fontAlgn="base" hangingPunct="1">
        <a:spcBef>
          <a:spcPct val="0"/>
        </a:spcBef>
        <a:spcAft>
          <a:spcPct val="0"/>
        </a:spcAft>
        <a:defRPr sz="2400" b="1">
          <a:solidFill>
            <a:schemeClr val="bg1"/>
          </a:solidFill>
          <a:latin typeface="Arial" charset="0"/>
          <a:ea typeface="ＭＳ Ｐゴシック" charset="0"/>
        </a:defRPr>
      </a:lvl4pPr>
      <a:lvl5pPr algn="l" rtl="0" eaLnBrk="1" fontAlgn="base" hangingPunct="1">
        <a:spcBef>
          <a:spcPct val="0"/>
        </a:spcBef>
        <a:spcAft>
          <a:spcPct val="0"/>
        </a:spcAft>
        <a:defRPr sz="2400" b="1">
          <a:solidFill>
            <a:schemeClr val="bg1"/>
          </a:solidFill>
          <a:latin typeface="Arial" charset="0"/>
          <a:ea typeface="ＭＳ Ｐゴシック" charset="0"/>
        </a:defRPr>
      </a:lvl5pPr>
      <a:lvl6pPr marL="457200" algn="l" rtl="0" eaLnBrk="1" fontAlgn="base" hangingPunct="1">
        <a:spcBef>
          <a:spcPct val="0"/>
        </a:spcBef>
        <a:spcAft>
          <a:spcPct val="0"/>
        </a:spcAft>
        <a:defRPr sz="2400" b="1">
          <a:solidFill>
            <a:schemeClr val="bg1"/>
          </a:solidFill>
          <a:latin typeface="Arial" charset="0"/>
          <a:ea typeface="ＭＳ Ｐゴシック" charset="0"/>
        </a:defRPr>
      </a:lvl6pPr>
      <a:lvl7pPr marL="914400" algn="l" rtl="0" eaLnBrk="1" fontAlgn="base" hangingPunct="1">
        <a:spcBef>
          <a:spcPct val="0"/>
        </a:spcBef>
        <a:spcAft>
          <a:spcPct val="0"/>
        </a:spcAft>
        <a:defRPr sz="2400" b="1">
          <a:solidFill>
            <a:schemeClr val="bg1"/>
          </a:solidFill>
          <a:latin typeface="Arial" charset="0"/>
          <a:ea typeface="ＭＳ Ｐゴシック" charset="0"/>
        </a:defRPr>
      </a:lvl7pPr>
      <a:lvl8pPr marL="1371600" algn="l" rtl="0" eaLnBrk="1" fontAlgn="base" hangingPunct="1">
        <a:spcBef>
          <a:spcPct val="0"/>
        </a:spcBef>
        <a:spcAft>
          <a:spcPct val="0"/>
        </a:spcAft>
        <a:defRPr sz="2400" b="1">
          <a:solidFill>
            <a:schemeClr val="bg1"/>
          </a:solidFill>
          <a:latin typeface="Arial" charset="0"/>
          <a:ea typeface="ＭＳ Ｐゴシック" charset="0"/>
        </a:defRPr>
      </a:lvl8pPr>
      <a:lvl9pPr marL="1828800" algn="l" rtl="0" eaLnBrk="1" fontAlgn="base" hangingPunct="1">
        <a:spcBef>
          <a:spcPct val="0"/>
        </a:spcBef>
        <a:spcAft>
          <a:spcPct val="0"/>
        </a:spcAft>
        <a:defRPr sz="2400" b="1">
          <a:solidFill>
            <a:schemeClr val="bg1"/>
          </a:solidFill>
          <a:latin typeface="Arial" charset="0"/>
          <a:ea typeface="ＭＳ Ｐゴシック" charset="0"/>
        </a:defRPr>
      </a:lvl9pPr>
    </p:titleStyle>
    <p:bodyStyle>
      <a:lvl1pPr marL="188913" indent="-188913"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1pPr>
      <a:lvl2pPr marL="665163" indent="-28575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B4271-568B-CE06-B45D-26200D33FF1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9D895D2-4057-F22A-E09E-FBA9F3739A40}"/>
              </a:ext>
            </a:extLst>
          </p:cNvPr>
          <p:cNvSpPr>
            <a:spLocks noGrp="1"/>
          </p:cNvSpPr>
          <p:nvPr>
            <p:ph type="title"/>
          </p:nvPr>
        </p:nvSpPr>
        <p:spPr/>
        <p:txBody>
          <a:bodyPr/>
          <a:lstStyle/>
          <a:p>
            <a:r>
              <a:rPr lang="de-DE" sz="1800" dirty="0"/>
              <a:t>Erläuterungen</a:t>
            </a:r>
          </a:p>
        </p:txBody>
      </p:sp>
      <p:sp>
        <p:nvSpPr>
          <p:cNvPr id="3" name="Textplatzhalter 2">
            <a:extLst>
              <a:ext uri="{FF2B5EF4-FFF2-40B4-BE49-F238E27FC236}">
                <a16:creationId xmlns:a16="http://schemas.microsoft.com/office/drawing/2014/main" id="{304C08AA-CED3-6CEF-2198-C4062C51D579}"/>
              </a:ext>
            </a:extLst>
          </p:cNvPr>
          <p:cNvSpPr>
            <a:spLocks noGrp="1"/>
          </p:cNvSpPr>
          <p:nvPr>
            <p:ph type="body" sz="quarter" idx="10"/>
          </p:nvPr>
        </p:nvSpPr>
        <p:spPr/>
        <p:txBody>
          <a:bodyPr/>
          <a:lstStyle/>
          <a:p>
            <a:r>
              <a:rPr lang="en-GB" sz="1400" noProof="0" dirty="0"/>
              <a:t>Explanation</a:t>
            </a:r>
          </a:p>
        </p:txBody>
      </p:sp>
      <p:sp>
        <p:nvSpPr>
          <p:cNvPr id="5" name="Inhaltsplatzhalter 3">
            <a:extLst>
              <a:ext uri="{FF2B5EF4-FFF2-40B4-BE49-F238E27FC236}">
                <a16:creationId xmlns:a16="http://schemas.microsoft.com/office/drawing/2014/main" id="{E19DDAB1-AC9E-3A6B-ACAB-0391342286C9}"/>
              </a:ext>
            </a:extLst>
          </p:cNvPr>
          <p:cNvSpPr txBox="1">
            <a:spLocks/>
          </p:cNvSpPr>
          <p:nvPr/>
        </p:nvSpPr>
        <p:spPr>
          <a:xfrm>
            <a:off x="254713" y="1128025"/>
            <a:ext cx="4432849" cy="3423387"/>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lgn="just"/>
            <a:r>
              <a:rPr lang="de-DE" sz="1000" dirty="0">
                <a:latin typeface="Arial" panose="020B0604020202020204" pitchFamily="34" charset="0"/>
                <a:ea typeface="Helvetica Neue" panose="02000503000000020004" pitchFamily="2" charset="0"/>
                <a:cs typeface="Arial" panose="020B0604020202020204" pitchFamily="34" charset="0"/>
              </a:rPr>
              <a:t>Prozess</a:t>
            </a: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a:p>
            <a:pPr algn="just"/>
            <a:r>
              <a:rPr lang="de-DE" sz="1000" kern="0" dirty="0">
                <a:latin typeface="Arial" panose="020B0604020202020204" pitchFamily="34" charset="0"/>
                <a:ea typeface="Helvetica Neue" panose="02000503000000020004" pitchFamily="2" charset="0"/>
                <a:cs typeface="Arial" panose="020B0604020202020204" pitchFamily="34" charset="0"/>
              </a:rPr>
              <a:t>1) Thema aussuchen</a:t>
            </a: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a:p>
            <a:pPr algn="just"/>
            <a:r>
              <a:rPr lang="de-DE" sz="1000" kern="0" dirty="0">
                <a:latin typeface="Arial" panose="020B0604020202020204" pitchFamily="34" charset="0"/>
                <a:ea typeface="Helvetica Neue" panose="02000503000000020004" pitchFamily="2" charset="0"/>
                <a:cs typeface="Arial" panose="020B0604020202020204" pitchFamily="34" charset="0"/>
              </a:rPr>
              <a:t>2) Ansprechpartner kontaktieren</a:t>
            </a: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a:p>
            <a:pPr algn="just"/>
            <a:r>
              <a:rPr lang="de-DE" sz="1000" kern="0" dirty="0">
                <a:latin typeface="Arial" panose="020B0604020202020204" pitchFamily="34" charset="0"/>
                <a:ea typeface="Helvetica Neue" panose="02000503000000020004" pitchFamily="2" charset="0"/>
                <a:cs typeface="Arial" panose="020B0604020202020204" pitchFamily="34" charset="0"/>
              </a:rPr>
              <a:t>3) Einstiegsliteratur ansehen</a:t>
            </a: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a:p>
            <a:pPr algn="just"/>
            <a:r>
              <a:rPr lang="de-DE" sz="1000" kern="0" dirty="0">
                <a:latin typeface="Arial" panose="020B0604020202020204" pitchFamily="34" charset="0"/>
                <a:ea typeface="Helvetica Neue" panose="02000503000000020004" pitchFamily="2" charset="0"/>
                <a:cs typeface="Arial" panose="020B0604020202020204" pitchFamily="34" charset="0"/>
              </a:rPr>
              <a:t>4)</a:t>
            </a:r>
          </a:p>
        </p:txBody>
      </p:sp>
      <p:sp>
        <p:nvSpPr>
          <p:cNvPr id="8" name="Inhaltsplatzhalter 3">
            <a:extLst>
              <a:ext uri="{FF2B5EF4-FFF2-40B4-BE49-F238E27FC236}">
                <a16:creationId xmlns:a16="http://schemas.microsoft.com/office/drawing/2014/main" id="{19278A0C-D777-4C65-A4F7-9C30A66DB3C9}"/>
              </a:ext>
            </a:extLst>
          </p:cNvPr>
          <p:cNvSpPr txBox="1">
            <a:spLocks/>
          </p:cNvSpPr>
          <p:nvPr/>
        </p:nvSpPr>
        <p:spPr>
          <a:xfrm>
            <a:off x="4821457" y="1128025"/>
            <a:ext cx="4066742" cy="3423387"/>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lgn="just"/>
            <a:r>
              <a:rPr lang="de-DE" sz="1000" dirty="0">
                <a:latin typeface="Arial" panose="020B0604020202020204" pitchFamily="34" charset="0"/>
                <a:ea typeface="Helvetica Neue" panose="02000503000000020004" pitchFamily="2" charset="0"/>
                <a:cs typeface="Arial" panose="020B0604020202020204" pitchFamily="34" charset="0"/>
              </a:rPr>
              <a:t>Felderbeschreibung:</a:t>
            </a:r>
          </a:p>
          <a:p>
            <a:pPr algn="just"/>
            <a:endParaRPr lang="de-DE" sz="1000" dirty="0">
              <a:latin typeface="Arial" panose="020B0604020202020204" pitchFamily="34" charset="0"/>
              <a:ea typeface="Helvetica Neue" panose="02000503000000020004" pitchFamily="2" charset="0"/>
              <a:cs typeface="Arial" panose="020B0604020202020204" pitchFamily="34" charset="0"/>
            </a:endParaRPr>
          </a:p>
          <a:p>
            <a:r>
              <a:rPr lang="de-DE" sz="1000" b="1" dirty="0">
                <a:solidFill>
                  <a:schemeClr val="bg1">
                    <a:lumMod val="50000"/>
                  </a:schemeClr>
                </a:solidFill>
              </a:rPr>
              <a:t>Niveau</a:t>
            </a:r>
            <a:r>
              <a:rPr lang="de-DE" sz="1000" dirty="0">
                <a:solidFill>
                  <a:schemeClr val="bg1">
                    <a:lumMod val="50000"/>
                  </a:schemeClr>
                </a:solidFill>
              </a:rPr>
              <a:t>: Bachelor oder Master</a:t>
            </a:r>
          </a:p>
          <a:p>
            <a:r>
              <a:rPr lang="de-DE" sz="1000" b="1" dirty="0">
                <a:solidFill>
                  <a:schemeClr val="bg1">
                    <a:lumMod val="50000"/>
                  </a:schemeClr>
                </a:solidFill>
              </a:rPr>
              <a:t>Art</a:t>
            </a:r>
            <a:r>
              <a:rPr lang="de-DE" sz="1000" dirty="0">
                <a:solidFill>
                  <a:schemeClr val="bg1">
                    <a:lumMod val="50000"/>
                  </a:schemeClr>
                </a:solidFill>
              </a:rPr>
              <a:t>: Seminar- &amp; Abschlussarbeit</a:t>
            </a:r>
          </a:p>
          <a:p>
            <a:r>
              <a:rPr lang="de-DE" sz="1000" b="1" dirty="0">
                <a:solidFill>
                  <a:schemeClr val="bg1">
                    <a:lumMod val="50000"/>
                  </a:schemeClr>
                </a:solidFill>
              </a:rPr>
              <a:t>Methode: </a:t>
            </a:r>
            <a:r>
              <a:rPr lang="de-DE" sz="1000" dirty="0">
                <a:solidFill>
                  <a:schemeClr val="bg1">
                    <a:lumMod val="50000"/>
                  </a:schemeClr>
                </a:solidFill>
              </a:rPr>
              <a:t>Empirisch &amp; Entwicklung</a:t>
            </a:r>
          </a:p>
          <a:p>
            <a:r>
              <a:rPr lang="de-DE" sz="1000" b="1" dirty="0">
                <a:solidFill>
                  <a:schemeClr val="bg1">
                    <a:lumMod val="50000"/>
                  </a:schemeClr>
                </a:solidFill>
              </a:rPr>
              <a:t>Unternehmenskooperation</a:t>
            </a:r>
            <a:r>
              <a:rPr lang="de-DE" sz="1000" dirty="0">
                <a:solidFill>
                  <a:schemeClr val="bg1">
                    <a:lumMod val="50000"/>
                  </a:schemeClr>
                </a:solidFill>
              </a:rPr>
              <a:t>: Nein</a:t>
            </a:r>
          </a:p>
          <a:p>
            <a:r>
              <a:rPr lang="de-DE" sz="1000" b="1" dirty="0">
                <a:solidFill>
                  <a:schemeClr val="bg1">
                    <a:lumMod val="50000"/>
                  </a:schemeClr>
                </a:solidFill>
              </a:rPr>
              <a:t>Sperrvermerk</a:t>
            </a:r>
            <a:r>
              <a:rPr lang="de-DE" sz="1000" dirty="0">
                <a:solidFill>
                  <a:schemeClr val="bg1">
                    <a:lumMod val="50000"/>
                  </a:schemeClr>
                </a:solidFill>
              </a:rPr>
              <a:t>: Nein</a:t>
            </a:r>
          </a:p>
          <a:p>
            <a:r>
              <a:rPr lang="de-DE" sz="1000" b="1" dirty="0">
                <a:solidFill>
                  <a:schemeClr val="bg1">
                    <a:lumMod val="50000"/>
                  </a:schemeClr>
                </a:solidFill>
              </a:rPr>
              <a:t>Start: </a:t>
            </a:r>
            <a:r>
              <a:rPr lang="de-DE" sz="1000" dirty="0">
                <a:solidFill>
                  <a:schemeClr val="bg1">
                    <a:lumMod val="50000"/>
                  </a:schemeClr>
                </a:solidFill>
              </a:rPr>
              <a:t>ab sofort</a:t>
            </a:r>
          </a:p>
          <a:p>
            <a:pPr algn="just"/>
            <a:endParaRPr lang="de-DE" sz="1000" dirty="0">
              <a:latin typeface="Arial" panose="020B0604020202020204" pitchFamily="34" charset="0"/>
              <a:ea typeface="Helvetica Neue" panose="02000503000000020004" pitchFamily="2" charset="0"/>
              <a:cs typeface="Arial" panose="020B0604020202020204" pitchFamily="34" charset="0"/>
            </a:endParaRP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268491936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348CB7-6D98-7D43-EA8C-4762A1311A13}"/>
              </a:ext>
            </a:extLst>
          </p:cNvPr>
          <p:cNvSpPr>
            <a:spLocks noGrp="1"/>
          </p:cNvSpPr>
          <p:nvPr>
            <p:ph type="title"/>
          </p:nvPr>
        </p:nvSpPr>
        <p:spPr/>
        <p:txBody>
          <a:bodyPr/>
          <a:lstStyle/>
          <a:p>
            <a:r>
              <a:rPr lang="de-DE" sz="1800" dirty="0"/>
              <a:t>Bio-Sensor basierte Konfidenzschätzung in der betrieblichen Prognostik</a:t>
            </a:r>
          </a:p>
        </p:txBody>
      </p:sp>
      <p:sp>
        <p:nvSpPr>
          <p:cNvPr id="3" name="Textplatzhalter 2">
            <a:extLst>
              <a:ext uri="{FF2B5EF4-FFF2-40B4-BE49-F238E27FC236}">
                <a16:creationId xmlns:a16="http://schemas.microsoft.com/office/drawing/2014/main" id="{B20370B1-CC23-35EC-7750-03C728F9A6AF}"/>
              </a:ext>
            </a:extLst>
          </p:cNvPr>
          <p:cNvSpPr>
            <a:spLocks noGrp="1"/>
          </p:cNvSpPr>
          <p:nvPr>
            <p:ph type="body" sz="quarter" idx="10"/>
          </p:nvPr>
        </p:nvSpPr>
        <p:spPr/>
        <p:txBody>
          <a:bodyPr/>
          <a:lstStyle/>
          <a:p>
            <a:r>
              <a:rPr lang="en-GB" sz="1400" noProof="0" dirty="0"/>
              <a:t>Bio-Sensing based Confidence Estimation in Judgemental Forecasting</a:t>
            </a:r>
          </a:p>
        </p:txBody>
      </p:sp>
      <p:sp>
        <p:nvSpPr>
          <p:cNvPr id="5" name="Inhaltsplatzhalter 3">
            <a:extLst>
              <a:ext uri="{FF2B5EF4-FFF2-40B4-BE49-F238E27FC236}">
                <a16:creationId xmlns:a16="http://schemas.microsoft.com/office/drawing/2014/main" id="{CF1B84B2-36C0-D78E-9AE1-A763B3497F16}"/>
              </a:ext>
            </a:extLst>
          </p:cNvPr>
          <p:cNvSpPr txBox="1">
            <a:spLocks/>
          </p:cNvSpPr>
          <p:nvPr/>
        </p:nvSpPr>
        <p:spPr>
          <a:xfrm>
            <a:off x="254713" y="1128025"/>
            <a:ext cx="4432849" cy="3423387"/>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lgn="just"/>
            <a:r>
              <a:rPr lang="de-DE" sz="1000" dirty="0">
                <a:latin typeface="Arial" panose="020B0604020202020204" pitchFamily="34" charset="0"/>
                <a:ea typeface="Helvetica Neue" panose="02000503000000020004" pitchFamily="2" charset="0"/>
                <a:cs typeface="Arial" panose="020B0604020202020204" pitchFamily="34" charset="0"/>
              </a:rPr>
              <a:t>Im Rahmen der Planung und Steuerung erstellen alle Unternehmen regelmäßig Prognosen über die zukünftige Entwicklung zentraler Planungsgrößen wie z.B. Personalbedarf, Nachfrage oder Umsatz. Dazu werden in aller Regel </a:t>
            </a:r>
            <a:r>
              <a:rPr lang="de-DE" sz="1000" dirty="0" err="1">
                <a:latin typeface="Arial" panose="020B0604020202020204" pitchFamily="34" charset="0"/>
                <a:ea typeface="Helvetica Neue" panose="02000503000000020004" pitchFamily="2" charset="0"/>
                <a:cs typeface="Arial" panose="020B0604020202020204" pitchFamily="34" charset="0"/>
              </a:rPr>
              <a:t>Expert:innen</a:t>
            </a:r>
            <a:r>
              <a:rPr lang="de-DE" sz="1000" dirty="0">
                <a:latin typeface="Arial" panose="020B0604020202020204" pitchFamily="34" charset="0"/>
                <a:ea typeface="Helvetica Neue" panose="02000503000000020004" pitchFamily="2" charset="0"/>
                <a:cs typeface="Arial" panose="020B0604020202020204" pitchFamily="34" charset="0"/>
              </a:rPr>
              <a:t> aus Fachabteilungen gebeten Ihre Erwartungen in strukturierter Form zu dokumentieren und einzureichen (</a:t>
            </a:r>
            <a:r>
              <a:rPr lang="de-DE" sz="1000" dirty="0" err="1">
                <a:latin typeface="Arial" panose="020B0604020202020204" pitchFamily="34" charset="0"/>
                <a:ea typeface="Helvetica Neue" panose="02000503000000020004" pitchFamily="2" charset="0"/>
                <a:cs typeface="Arial" panose="020B0604020202020204" pitchFamily="34" charset="0"/>
              </a:rPr>
              <a:t>Judgemental</a:t>
            </a:r>
            <a:r>
              <a:rPr lang="de-DE" sz="1000" dirty="0">
                <a:latin typeface="Arial" panose="020B0604020202020204" pitchFamily="34" charset="0"/>
                <a:ea typeface="Helvetica Neue" panose="02000503000000020004" pitchFamily="2" charset="0"/>
                <a:cs typeface="Arial" panose="020B0604020202020204" pitchFamily="34" charset="0"/>
              </a:rPr>
              <a:t> </a:t>
            </a:r>
            <a:r>
              <a:rPr lang="de-DE" sz="1000" dirty="0" err="1">
                <a:latin typeface="Arial" panose="020B0604020202020204" pitchFamily="34" charset="0"/>
                <a:ea typeface="Helvetica Neue" panose="02000503000000020004" pitchFamily="2" charset="0"/>
                <a:cs typeface="Arial" panose="020B0604020202020204" pitchFamily="34" charset="0"/>
              </a:rPr>
              <a:t>Forecasting</a:t>
            </a:r>
            <a:r>
              <a:rPr lang="de-DE" sz="1000" dirty="0">
                <a:latin typeface="Arial" panose="020B0604020202020204" pitchFamily="34" charset="0"/>
                <a:ea typeface="Helvetica Neue" panose="02000503000000020004" pitchFamily="2" charset="0"/>
                <a:cs typeface="Arial" panose="020B0604020202020204" pitchFamily="34" charset="0"/>
              </a:rPr>
              <a:t>). Die so erzeugten Prognosen bestehen lediglich aus einer einzigen Zahl (Punktprognose) und beinhalten keine Möglichkeit der Unsicherheits- oder Risikoabschätzung. Aus der Literatur ist zudem bekannt, dass die formale Abfrage von Sicherheitsintervallen nur unzureichend präzise funktioniert. Ausgehend von der Hypothese, dass </a:t>
            </a:r>
            <a:r>
              <a:rPr lang="de-DE" sz="1000" dirty="0" err="1">
                <a:latin typeface="Arial" panose="020B0604020202020204" pitchFamily="34" charset="0"/>
                <a:ea typeface="Helvetica Neue" panose="02000503000000020004" pitchFamily="2" charset="0"/>
                <a:cs typeface="Arial" panose="020B0604020202020204" pitchFamily="34" charset="0"/>
              </a:rPr>
              <a:t>Mitarbeiter:innen</a:t>
            </a:r>
            <a:r>
              <a:rPr lang="de-DE" sz="1000" dirty="0">
                <a:latin typeface="Arial" panose="020B0604020202020204" pitchFamily="34" charset="0"/>
                <a:ea typeface="Helvetica Neue" panose="02000503000000020004" pitchFamily="2" charset="0"/>
                <a:cs typeface="Arial" panose="020B0604020202020204" pitchFamily="34" charset="0"/>
              </a:rPr>
              <a:t> in Fachabteilungen qualitativ hochwertige Risikoabschätzungen durchführen können stellt sich die Frage, wie diese vorhandenen Informationen erfasst und in unternehmerischen Entscheidungen berücksichtigt werden können. </a:t>
            </a:r>
          </a:p>
          <a:p>
            <a:pPr algn="just"/>
            <a:r>
              <a:rPr lang="de-DE" sz="1000" dirty="0">
                <a:latin typeface="Arial" panose="020B0604020202020204" pitchFamily="34" charset="0"/>
                <a:ea typeface="Helvetica Neue" panose="02000503000000020004" pitchFamily="2" charset="0"/>
                <a:cs typeface="Arial" panose="020B0604020202020204" pitchFamily="34" charset="0"/>
              </a:rPr>
              <a:t>Ansatzpunkt für die weitere Untersuchung ist die Überlegung, dass sich die mit der fachlichen Einschätzung verbundene Unsicherheit in Emotionen und Verhalten manifestiert. Entsprechend können Bioindikatoren und Verhaltensmuster identifiziert werden, die mit dem inhärenten Risiko der Prognose assoziiert sind. Im Rahmen dieses Projektes sollen Biosensoren (EEG, Hautleitfähigkeit, …) und Beobachtungsdaten (Augenbewegungen, Klickmuster, …) auf ihre Eignung zur Konstruktion von Sicherheitseinschätzungen für menschlich erzeugte Prognosen hin untersucht werden.</a:t>
            </a:r>
            <a:endParaRPr lang="de-DE" sz="1000" kern="0" dirty="0">
              <a:latin typeface="Arial" panose="020B0604020202020204" pitchFamily="34" charset="0"/>
              <a:ea typeface="Helvetica Neue" panose="02000503000000020004" pitchFamily="2" charset="0"/>
              <a:cs typeface="Arial" panose="020B0604020202020204" pitchFamily="34" charset="0"/>
            </a:endParaRPr>
          </a:p>
        </p:txBody>
      </p:sp>
      <p:cxnSp>
        <p:nvCxnSpPr>
          <p:cNvPr id="6" name="Gerade Verbindung 5">
            <a:extLst>
              <a:ext uri="{FF2B5EF4-FFF2-40B4-BE49-F238E27FC236}">
                <a16:creationId xmlns:a16="http://schemas.microsoft.com/office/drawing/2014/main" id="{2CF7C396-6CAB-BADB-9A38-6A35D9C15C5D}"/>
              </a:ext>
            </a:extLst>
          </p:cNvPr>
          <p:cNvCxnSpPr>
            <a:cxnSpLocks/>
          </p:cNvCxnSpPr>
          <p:nvPr/>
        </p:nvCxnSpPr>
        <p:spPr bwMode="auto">
          <a:xfrm>
            <a:off x="5038699" y="3147633"/>
            <a:ext cx="4104000"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7" name="Inhaltsplatzhalter 3">
            <a:extLst>
              <a:ext uri="{FF2B5EF4-FFF2-40B4-BE49-F238E27FC236}">
                <a16:creationId xmlns:a16="http://schemas.microsoft.com/office/drawing/2014/main" id="{1D40D91A-E7C1-E9CF-C6BB-DD27DD84DD4D}"/>
              </a:ext>
            </a:extLst>
          </p:cNvPr>
          <p:cNvSpPr txBox="1">
            <a:spLocks/>
          </p:cNvSpPr>
          <p:nvPr/>
        </p:nvSpPr>
        <p:spPr>
          <a:xfrm>
            <a:off x="5198510" y="3212688"/>
            <a:ext cx="1939270" cy="504322"/>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0"/>
              </a:spcAft>
            </a:pPr>
            <a:r>
              <a:rPr lang="de-DE" sz="1000" b="1" kern="0" dirty="0"/>
              <a:t>Prof. Dr. Benjamin Buchwitz</a:t>
            </a:r>
          </a:p>
          <a:p>
            <a:pPr>
              <a:spcAft>
                <a:spcPts val="0"/>
              </a:spcAft>
            </a:pPr>
            <a:r>
              <a:rPr lang="de-DE" sz="1000" i="1" kern="0" dirty="0"/>
              <a:t>Fachhochschule Südwestfalen</a:t>
            </a:r>
          </a:p>
          <a:p>
            <a:pPr>
              <a:spcBef>
                <a:spcPts val="400"/>
              </a:spcBef>
              <a:spcAft>
                <a:spcPts val="0"/>
              </a:spcAft>
            </a:pPr>
            <a:r>
              <a:rPr lang="de-DE" sz="900" i="1" kern="0" dirty="0" err="1"/>
              <a:t>benjamin.buchwitz@fh-swf.de</a:t>
            </a:r>
            <a:endParaRPr lang="de-DE" sz="900" i="1" kern="0" dirty="0"/>
          </a:p>
        </p:txBody>
      </p:sp>
      <p:sp>
        <p:nvSpPr>
          <p:cNvPr id="9" name="Textplatzhalter 2">
            <a:extLst>
              <a:ext uri="{FF2B5EF4-FFF2-40B4-BE49-F238E27FC236}">
                <a16:creationId xmlns:a16="http://schemas.microsoft.com/office/drawing/2014/main" id="{6B049263-E114-2D20-97B9-FDF9CD1EA09A}"/>
              </a:ext>
            </a:extLst>
          </p:cNvPr>
          <p:cNvSpPr txBox="1">
            <a:spLocks/>
          </p:cNvSpPr>
          <p:nvPr/>
        </p:nvSpPr>
        <p:spPr>
          <a:xfrm>
            <a:off x="5025052" y="2900723"/>
            <a:ext cx="4432850" cy="260558"/>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solidFill>
                  <a:schemeClr val="tx1"/>
                </a:solidFill>
                <a:latin typeface="Arial"/>
                <a:ea typeface="+mn-ea"/>
                <a:cs typeface="Arial"/>
              </a:defRPr>
            </a:lvl1pPr>
            <a:lvl2pPr marL="665163" indent="-28575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de-DE" sz="1200" kern="0" dirty="0"/>
              <a:t>Ansprechpartner</a:t>
            </a:r>
          </a:p>
        </p:txBody>
      </p:sp>
      <p:sp>
        <p:nvSpPr>
          <p:cNvPr id="10" name="Inhaltsplatzhalter 3">
            <a:extLst>
              <a:ext uri="{FF2B5EF4-FFF2-40B4-BE49-F238E27FC236}">
                <a16:creationId xmlns:a16="http://schemas.microsoft.com/office/drawing/2014/main" id="{A5C3C71D-5EFC-6D66-9FFF-D63FF653F65F}"/>
              </a:ext>
            </a:extLst>
          </p:cNvPr>
          <p:cNvSpPr txBox="1">
            <a:spLocks/>
          </p:cNvSpPr>
          <p:nvPr/>
        </p:nvSpPr>
        <p:spPr>
          <a:xfrm>
            <a:off x="7293333" y="3212688"/>
            <a:ext cx="1850668" cy="504322"/>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0"/>
              </a:spcAft>
            </a:pPr>
            <a:r>
              <a:rPr lang="de-DE" sz="1000" b="1" kern="0" dirty="0"/>
              <a:t>André Münzberg, </a:t>
            </a:r>
            <a:r>
              <a:rPr lang="de-DE" sz="1000" b="1" kern="0" dirty="0" err="1"/>
              <a:t>M.Sc</a:t>
            </a:r>
            <a:r>
              <a:rPr lang="de-DE" sz="1000" b="1" kern="0" dirty="0"/>
              <a:t>.</a:t>
            </a:r>
          </a:p>
          <a:p>
            <a:pPr>
              <a:spcAft>
                <a:spcPts val="0"/>
              </a:spcAft>
            </a:pPr>
            <a:r>
              <a:rPr lang="de-DE" sz="1000" i="1" kern="0" dirty="0"/>
              <a:t>Fachhochschule Südwestfalen</a:t>
            </a:r>
          </a:p>
          <a:p>
            <a:pPr>
              <a:spcBef>
                <a:spcPts val="400"/>
              </a:spcBef>
              <a:spcAft>
                <a:spcPts val="0"/>
              </a:spcAft>
            </a:pPr>
            <a:r>
              <a:rPr lang="de-DE" sz="900" i="1" kern="0" dirty="0" err="1"/>
              <a:t>muenzberg.andre@fh-swf.de</a:t>
            </a:r>
            <a:endParaRPr lang="de-DE" sz="900" i="1" kern="0" dirty="0"/>
          </a:p>
        </p:txBody>
      </p:sp>
      <p:cxnSp>
        <p:nvCxnSpPr>
          <p:cNvPr id="12" name="Gerade Verbindung 11">
            <a:extLst>
              <a:ext uri="{FF2B5EF4-FFF2-40B4-BE49-F238E27FC236}">
                <a16:creationId xmlns:a16="http://schemas.microsoft.com/office/drawing/2014/main" id="{8CAFBB9B-A6FF-4184-4C57-6F287AF5CA6D}"/>
              </a:ext>
            </a:extLst>
          </p:cNvPr>
          <p:cNvCxnSpPr/>
          <p:nvPr/>
        </p:nvCxnSpPr>
        <p:spPr bwMode="auto">
          <a:xfrm>
            <a:off x="5052346" y="1374935"/>
            <a:ext cx="4104000"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3" name="Inhaltsplatzhalter 3">
            <a:extLst>
              <a:ext uri="{FF2B5EF4-FFF2-40B4-BE49-F238E27FC236}">
                <a16:creationId xmlns:a16="http://schemas.microsoft.com/office/drawing/2014/main" id="{DA7EAD6B-CF41-3930-9BDE-C99C6BBEB5AC}"/>
              </a:ext>
            </a:extLst>
          </p:cNvPr>
          <p:cNvSpPr txBox="1">
            <a:spLocks/>
          </p:cNvSpPr>
          <p:nvPr/>
        </p:nvSpPr>
        <p:spPr>
          <a:xfrm>
            <a:off x="5212157" y="1439990"/>
            <a:ext cx="3676042" cy="1309224"/>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en-US" sz="1000" noProof="0" dirty="0">
                <a:latin typeface="Arial" panose="020B0604020202020204" pitchFamily="34" charset="0"/>
                <a:ea typeface="Helvetica Neue" panose="02000503000000020004" pitchFamily="2" charset="0"/>
                <a:cs typeface="Arial" panose="020B0604020202020204" pitchFamily="34" charset="0"/>
              </a:rPr>
              <a:t>Lawrence, M., Goodwin, P., O’Connor, M., and </a:t>
            </a:r>
            <a:r>
              <a:rPr lang="en-US" sz="1000" noProof="0" dirty="0" err="1">
                <a:latin typeface="Arial" panose="020B0604020202020204" pitchFamily="34" charset="0"/>
                <a:ea typeface="Helvetica Neue" panose="02000503000000020004" pitchFamily="2" charset="0"/>
                <a:cs typeface="Arial" panose="020B0604020202020204" pitchFamily="34" charset="0"/>
              </a:rPr>
              <a:t>Önkal</a:t>
            </a:r>
            <a:r>
              <a:rPr lang="en-US" sz="1000" noProof="0" dirty="0">
                <a:latin typeface="Arial" panose="020B0604020202020204" pitchFamily="34" charset="0"/>
                <a:ea typeface="Helvetica Neue" panose="02000503000000020004" pitchFamily="2" charset="0"/>
                <a:cs typeface="Arial" panose="020B0604020202020204" pitchFamily="34" charset="0"/>
              </a:rPr>
              <a:t>, D. (2006). Judgmental forecasting: A review of progress over the last 25 years. International Journal of Forecasting, 22(3):493–518.</a:t>
            </a:r>
          </a:p>
          <a:p>
            <a:pPr>
              <a:spcAft>
                <a:spcPts val="400"/>
              </a:spcAft>
            </a:pPr>
            <a:r>
              <a:rPr lang="en-US" sz="1000" dirty="0">
                <a:latin typeface="Arial" panose="020B0604020202020204" pitchFamily="34" charset="0"/>
                <a:ea typeface="Helvetica Neue" panose="02000503000000020004" pitchFamily="2" charset="0"/>
                <a:cs typeface="Arial" panose="020B0604020202020204" pitchFamily="34" charset="0"/>
              </a:rPr>
              <a:t>Reimers, S. and Harvey, N. (2023). Bars, lines and points: The effect of graph format on judgmental forecasting. International Journal of Forecasting, 40 (1):44-61.</a:t>
            </a:r>
          </a:p>
        </p:txBody>
      </p:sp>
      <p:sp>
        <p:nvSpPr>
          <p:cNvPr id="14" name="Textplatzhalter 2">
            <a:extLst>
              <a:ext uri="{FF2B5EF4-FFF2-40B4-BE49-F238E27FC236}">
                <a16:creationId xmlns:a16="http://schemas.microsoft.com/office/drawing/2014/main" id="{BDAC1D37-9FEA-63F1-3971-6858551FD477}"/>
              </a:ext>
            </a:extLst>
          </p:cNvPr>
          <p:cNvSpPr txBox="1">
            <a:spLocks/>
          </p:cNvSpPr>
          <p:nvPr/>
        </p:nvSpPr>
        <p:spPr>
          <a:xfrm>
            <a:off x="5038699" y="1128025"/>
            <a:ext cx="4432850" cy="260558"/>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solidFill>
                  <a:schemeClr val="tx1"/>
                </a:solidFill>
                <a:latin typeface="Arial"/>
                <a:ea typeface="+mn-ea"/>
                <a:cs typeface="Arial"/>
              </a:defRPr>
            </a:lvl1pPr>
            <a:lvl2pPr marL="665163" indent="-28575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de-DE" sz="1200" kern="0" dirty="0"/>
              <a:t>Einstiegsliteratur</a:t>
            </a:r>
          </a:p>
        </p:txBody>
      </p:sp>
      <p:sp>
        <p:nvSpPr>
          <p:cNvPr id="20" name="Textfeld 19">
            <a:extLst>
              <a:ext uri="{FF2B5EF4-FFF2-40B4-BE49-F238E27FC236}">
                <a16:creationId xmlns:a16="http://schemas.microsoft.com/office/drawing/2014/main" id="{6F885166-0443-1DA0-A9CF-3697A0624F9B}"/>
              </a:ext>
            </a:extLst>
          </p:cNvPr>
          <p:cNvSpPr txBox="1"/>
          <p:nvPr/>
        </p:nvSpPr>
        <p:spPr>
          <a:xfrm>
            <a:off x="5198510" y="3957851"/>
            <a:ext cx="3689688" cy="504322"/>
          </a:xfrm>
          <a:prstGeom prst="rect">
            <a:avLst/>
          </a:prstGeom>
          <a:noFill/>
          <a:ln>
            <a:solidFill>
              <a:schemeClr val="bg1">
                <a:lumMod val="50000"/>
              </a:schemeClr>
            </a:solidFill>
          </a:ln>
        </p:spPr>
        <p:txBody>
          <a:bodyPr wrap="square" numCol="2" rtlCol="0" anchor="ctr">
            <a:noAutofit/>
          </a:bodyPr>
          <a:lstStyle/>
          <a:p>
            <a:pPr algn="l"/>
            <a:r>
              <a:rPr lang="de-DE" sz="800" b="1" dirty="0">
                <a:solidFill>
                  <a:schemeClr val="bg1">
                    <a:lumMod val="50000"/>
                  </a:schemeClr>
                </a:solidFill>
              </a:rPr>
              <a:t>Niveau</a:t>
            </a:r>
            <a:r>
              <a:rPr lang="de-DE" sz="800" dirty="0">
                <a:solidFill>
                  <a:schemeClr val="bg1">
                    <a:lumMod val="50000"/>
                  </a:schemeClr>
                </a:solidFill>
              </a:rPr>
              <a:t>: Master</a:t>
            </a:r>
          </a:p>
          <a:p>
            <a:pPr algn="l"/>
            <a:r>
              <a:rPr lang="de-DE" sz="800" b="1" dirty="0">
                <a:solidFill>
                  <a:schemeClr val="bg1">
                    <a:lumMod val="50000"/>
                  </a:schemeClr>
                </a:solidFill>
              </a:rPr>
              <a:t>Art</a:t>
            </a:r>
            <a:r>
              <a:rPr lang="de-DE" sz="800" dirty="0">
                <a:solidFill>
                  <a:schemeClr val="bg1">
                    <a:lumMod val="50000"/>
                  </a:schemeClr>
                </a:solidFill>
              </a:rPr>
              <a:t>: Seminar- &amp; Abschlussarbeit</a:t>
            </a:r>
          </a:p>
          <a:p>
            <a:pPr algn="l"/>
            <a:r>
              <a:rPr lang="de-DE" sz="800" b="1" dirty="0">
                <a:solidFill>
                  <a:schemeClr val="bg1">
                    <a:lumMod val="50000"/>
                  </a:schemeClr>
                </a:solidFill>
              </a:rPr>
              <a:t>Methode: </a:t>
            </a:r>
            <a:r>
              <a:rPr lang="de-DE" sz="800" dirty="0">
                <a:solidFill>
                  <a:schemeClr val="bg1">
                    <a:lumMod val="50000"/>
                  </a:schemeClr>
                </a:solidFill>
              </a:rPr>
              <a:t>Empirisch &amp; Entwicklung</a:t>
            </a:r>
          </a:p>
          <a:p>
            <a:pPr algn="l"/>
            <a:r>
              <a:rPr lang="de-DE" sz="800" b="1" dirty="0">
                <a:solidFill>
                  <a:schemeClr val="bg1">
                    <a:lumMod val="50000"/>
                  </a:schemeClr>
                </a:solidFill>
              </a:rPr>
              <a:t>Unternehmenskooperation</a:t>
            </a:r>
            <a:r>
              <a:rPr lang="de-DE" sz="800" dirty="0">
                <a:solidFill>
                  <a:schemeClr val="bg1">
                    <a:lumMod val="50000"/>
                  </a:schemeClr>
                </a:solidFill>
              </a:rPr>
              <a:t>: Nein</a:t>
            </a:r>
          </a:p>
          <a:p>
            <a:pPr algn="l"/>
            <a:r>
              <a:rPr lang="de-DE" sz="800" b="1" dirty="0">
                <a:solidFill>
                  <a:schemeClr val="bg1">
                    <a:lumMod val="50000"/>
                  </a:schemeClr>
                </a:solidFill>
              </a:rPr>
              <a:t>Sperrvermerk</a:t>
            </a:r>
            <a:r>
              <a:rPr lang="de-DE" sz="800" dirty="0">
                <a:solidFill>
                  <a:schemeClr val="bg1">
                    <a:lumMod val="50000"/>
                  </a:schemeClr>
                </a:solidFill>
              </a:rPr>
              <a:t>: Nein</a:t>
            </a:r>
          </a:p>
          <a:p>
            <a:pPr algn="l"/>
            <a:r>
              <a:rPr lang="de-DE" sz="800" b="1" dirty="0">
                <a:solidFill>
                  <a:schemeClr val="bg1">
                    <a:lumMod val="50000"/>
                  </a:schemeClr>
                </a:solidFill>
              </a:rPr>
              <a:t>Start: </a:t>
            </a:r>
            <a:r>
              <a:rPr lang="de-DE" sz="800" dirty="0">
                <a:solidFill>
                  <a:schemeClr val="bg1">
                    <a:lumMod val="50000"/>
                  </a:schemeClr>
                </a:solidFill>
              </a:rPr>
              <a:t>ab sofort</a:t>
            </a:r>
          </a:p>
        </p:txBody>
      </p:sp>
    </p:spTree>
    <p:extLst>
      <p:ext uri="{BB962C8B-B14F-4D97-AF65-F5344CB8AC3E}">
        <p14:creationId xmlns:p14="http://schemas.microsoft.com/office/powerpoint/2010/main" val="403828265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14140-8E86-CD35-280F-203293DF106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EA48000-ABBC-F5B5-C92C-A5294A2E7B9C}"/>
              </a:ext>
            </a:extLst>
          </p:cNvPr>
          <p:cNvSpPr>
            <a:spLocks noGrp="1"/>
          </p:cNvSpPr>
          <p:nvPr>
            <p:ph type="title"/>
          </p:nvPr>
        </p:nvSpPr>
        <p:spPr/>
        <p:txBody>
          <a:bodyPr/>
          <a:lstStyle/>
          <a:p>
            <a:r>
              <a:rPr lang="de-DE" sz="1800" dirty="0"/>
              <a:t>Automatisierung von Verdampfungsprozessen in Rotationsverdampfern</a:t>
            </a:r>
          </a:p>
        </p:txBody>
      </p:sp>
      <p:sp>
        <p:nvSpPr>
          <p:cNvPr id="3" name="Textplatzhalter 2">
            <a:extLst>
              <a:ext uri="{FF2B5EF4-FFF2-40B4-BE49-F238E27FC236}">
                <a16:creationId xmlns:a16="http://schemas.microsoft.com/office/drawing/2014/main" id="{3FF3A813-C795-7132-E78C-00E79CB9815B}"/>
              </a:ext>
            </a:extLst>
          </p:cNvPr>
          <p:cNvSpPr>
            <a:spLocks noGrp="1"/>
          </p:cNvSpPr>
          <p:nvPr>
            <p:ph type="body" sz="quarter" idx="10"/>
          </p:nvPr>
        </p:nvSpPr>
        <p:spPr/>
        <p:txBody>
          <a:bodyPr/>
          <a:lstStyle/>
          <a:p>
            <a:r>
              <a:rPr lang="en-GB" sz="1400" dirty="0"/>
              <a:t>Automation of Evaporation Processes for Rotary Evaporators</a:t>
            </a:r>
            <a:endParaRPr lang="en-GB" sz="1400" noProof="0" dirty="0"/>
          </a:p>
        </p:txBody>
      </p:sp>
      <p:sp>
        <p:nvSpPr>
          <p:cNvPr id="5" name="Inhaltsplatzhalter 3">
            <a:extLst>
              <a:ext uri="{FF2B5EF4-FFF2-40B4-BE49-F238E27FC236}">
                <a16:creationId xmlns:a16="http://schemas.microsoft.com/office/drawing/2014/main" id="{5971A47C-B867-F273-DFAD-429524D0FEBE}"/>
              </a:ext>
            </a:extLst>
          </p:cNvPr>
          <p:cNvSpPr txBox="1">
            <a:spLocks/>
          </p:cNvSpPr>
          <p:nvPr/>
        </p:nvSpPr>
        <p:spPr>
          <a:xfrm>
            <a:off x="254713" y="1128025"/>
            <a:ext cx="4432849" cy="3423387"/>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lgn="just"/>
            <a:endParaRPr lang="de-DE" sz="1000" dirty="0">
              <a:latin typeface="Arial" panose="020B0604020202020204" pitchFamily="34" charset="0"/>
              <a:ea typeface="Helvetica Neue" panose="02000503000000020004" pitchFamily="2" charset="0"/>
              <a:cs typeface="Arial" panose="020B0604020202020204" pitchFamily="34" charset="0"/>
            </a:endParaRPr>
          </a:p>
          <a:p>
            <a:pPr algn="just"/>
            <a:r>
              <a:rPr lang="de-DE" sz="1000" dirty="0">
                <a:latin typeface="Arial" panose="020B0604020202020204" pitchFamily="34" charset="0"/>
                <a:ea typeface="Helvetica Neue" panose="02000503000000020004" pitchFamily="2" charset="0"/>
                <a:cs typeface="Arial" panose="020B0604020202020204" pitchFamily="34" charset="0"/>
              </a:rPr>
              <a:t>Destillationsprozesse werden </a:t>
            </a:r>
            <a:r>
              <a:rPr lang="de-DE" sz="1000" dirty="0" err="1">
                <a:latin typeface="Arial" panose="020B0604020202020204" pitchFamily="34" charset="0"/>
                <a:ea typeface="Helvetica Neue" panose="02000503000000020004" pitchFamily="2" charset="0"/>
                <a:cs typeface="Arial" panose="020B0604020202020204" pitchFamily="34" charset="0"/>
              </a:rPr>
              <a:t>häfuig</a:t>
            </a:r>
            <a:r>
              <a:rPr lang="de-DE" sz="1000" dirty="0">
                <a:latin typeface="Arial" panose="020B0604020202020204" pitchFamily="34" charset="0"/>
                <a:ea typeface="Helvetica Neue" panose="02000503000000020004" pitchFamily="2" charset="0"/>
                <a:cs typeface="Arial" panose="020B0604020202020204" pitchFamily="34" charset="0"/>
              </a:rPr>
              <a:t> in </a:t>
            </a:r>
            <a:r>
              <a:rPr lang="de-DE" sz="1000" dirty="0" err="1">
                <a:latin typeface="Arial" panose="020B0604020202020204" pitchFamily="34" charset="0"/>
                <a:ea typeface="Helvetica Neue" panose="02000503000000020004" pitchFamily="2" charset="0"/>
                <a:cs typeface="Arial" panose="020B0604020202020204" pitchFamily="34" charset="0"/>
              </a:rPr>
              <a:t>chargen</a:t>
            </a:r>
            <a:r>
              <a:rPr lang="de-DE" sz="1000" dirty="0">
                <a:latin typeface="Arial" panose="020B0604020202020204" pitchFamily="34" charset="0"/>
                <a:ea typeface="Helvetica Neue" panose="02000503000000020004" pitchFamily="2" charset="0"/>
                <a:cs typeface="Arial" panose="020B0604020202020204" pitchFamily="34" charset="0"/>
              </a:rPr>
              <a:t> durch</a:t>
            </a: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a:p>
            <a:pPr algn="just"/>
            <a:r>
              <a:rPr lang="de-DE" sz="1000" b="1" kern="0" dirty="0">
                <a:latin typeface="Arial" panose="020B0604020202020204" pitchFamily="34" charset="0"/>
                <a:ea typeface="Helvetica Neue" panose="02000503000000020004" pitchFamily="2" charset="0"/>
                <a:cs typeface="Arial" panose="020B0604020202020204" pitchFamily="34" charset="0"/>
              </a:rPr>
              <a:t>Hinweis: </a:t>
            </a:r>
            <a:r>
              <a:rPr lang="de-DE" sz="1000" kern="0" dirty="0">
                <a:latin typeface="Arial" panose="020B0604020202020204" pitchFamily="34" charset="0"/>
                <a:ea typeface="Helvetica Neue" panose="02000503000000020004" pitchFamily="2" charset="0"/>
                <a:cs typeface="Arial" panose="020B0604020202020204" pitchFamily="34" charset="0"/>
              </a:rPr>
              <a:t>Grundsätzlich besteht die Automatisierung aus einer mechanischen und einer elektrotechnischen bzw. steuerungstechnischen Komponente. Sollten Sie dieses Thema wählen, können Sie wählen, ob Sie die an den mechanischen, den elektrotechnischen oder beiden Bestandteilen der Automatisierung arbeiten. </a:t>
            </a:r>
          </a:p>
        </p:txBody>
      </p:sp>
      <p:cxnSp>
        <p:nvCxnSpPr>
          <p:cNvPr id="6" name="Gerade Verbindung 5">
            <a:extLst>
              <a:ext uri="{FF2B5EF4-FFF2-40B4-BE49-F238E27FC236}">
                <a16:creationId xmlns:a16="http://schemas.microsoft.com/office/drawing/2014/main" id="{3FF8EA8A-D78B-7774-61B9-DC5905C0BCD1}"/>
              </a:ext>
            </a:extLst>
          </p:cNvPr>
          <p:cNvCxnSpPr>
            <a:cxnSpLocks/>
          </p:cNvCxnSpPr>
          <p:nvPr/>
        </p:nvCxnSpPr>
        <p:spPr bwMode="auto">
          <a:xfrm>
            <a:off x="5038699" y="3147633"/>
            <a:ext cx="4104000"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7" name="Inhaltsplatzhalter 3">
            <a:extLst>
              <a:ext uri="{FF2B5EF4-FFF2-40B4-BE49-F238E27FC236}">
                <a16:creationId xmlns:a16="http://schemas.microsoft.com/office/drawing/2014/main" id="{7E244919-1365-B011-9B47-E03BA15414A1}"/>
              </a:ext>
            </a:extLst>
          </p:cNvPr>
          <p:cNvSpPr txBox="1">
            <a:spLocks/>
          </p:cNvSpPr>
          <p:nvPr/>
        </p:nvSpPr>
        <p:spPr>
          <a:xfrm>
            <a:off x="5198510" y="3212688"/>
            <a:ext cx="1939270" cy="504322"/>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0"/>
              </a:spcAft>
            </a:pPr>
            <a:r>
              <a:rPr lang="de-DE" sz="1000" b="1" kern="0" dirty="0"/>
              <a:t>Prof. Dr. Benjamin Buchwitz</a:t>
            </a:r>
          </a:p>
          <a:p>
            <a:pPr>
              <a:spcAft>
                <a:spcPts val="0"/>
              </a:spcAft>
            </a:pPr>
            <a:r>
              <a:rPr lang="de-DE" sz="1000" i="1" kern="0" dirty="0"/>
              <a:t>Fachhochschule Südwestfalen</a:t>
            </a:r>
          </a:p>
          <a:p>
            <a:pPr>
              <a:spcBef>
                <a:spcPts val="400"/>
              </a:spcBef>
              <a:spcAft>
                <a:spcPts val="0"/>
              </a:spcAft>
            </a:pPr>
            <a:r>
              <a:rPr lang="de-DE" sz="900" i="1" kern="0" dirty="0" err="1"/>
              <a:t>benjamin.buchwitz@fh-swf.de</a:t>
            </a:r>
            <a:endParaRPr lang="de-DE" sz="900" i="1" kern="0" dirty="0"/>
          </a:p>
        </p:txBody>
      </p:sp>
      <p:sp>
        <p:nvSpPr>
          <p:cNvPr id="9" name="Textplatzhalter 2">
            <a:extLst>
              <a:ext uri="{FF2B5EF4-FFF2-40B4-BE49-F238E27FC236}">
                <a16:creationId xmlns:a16="http://schemas.microsoft.com/office/drawing/2014/main" id="{D06A09AD-B874-104E-D1D1-EA87C4063563}"/>
              </a:ext>
            </a:extLst>
          </p:cNvPr>
          <p:cNvSpPr txBox="1">
            <a:spLocks/>
          </p:cNvSpPr>
          <p:nvPr/>
        </p:nvSpPr>
        <p:spPr>
          <a:xfrm>
            <a:off x="5025052" y="2900723"/>
            <a:ext cx="4432850" cy="260558"/>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solidFill>
                  <a:schemeClr val="tx1"/>
                </a:solidFill>
                <a:latin typeface="Arial"/>
                <a:ea typeface="+mn-ea"/>
                <a:cs typeface="Arial"/>
              </a:defRPr>
            </a:lvl1pPr>
            <a:lvl2pPr marL="665163" indent="-28575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de-DE" sz="1200" kern="0" dirty="0"/>
              <a:t>Ansprechpartner</a:t>
            </a:r>
          </a:p>
        </p:txBody>
      </p:sp>
      <p:sp>
        <p:nvSpPr>
          <p:cNvPr id="10" name="Inhaltsplatzhalter 3">
            <a:extLst>
              <a:ext uri="{FF2B5EF4-FFF2-40B4-BE49-F238E27FC236}">
                <a16:creationId xmlns:a16="http://schemas.microsoft.com/office/drawing/2014/main" id="{609C5739-B06D-ED85-F0C8-9814BF46E6F7}"/>
              </a:ext>
            </a:extLst>
          </p:cNvPr>
          <p:cNvSpPr txBox="1">
            <a:spLocks/>
          </p:cNvSpPr>
          <p:nvPr/>
        </p:nvSpPr>
        <p:spPr>
          <a:xfrm>
            <a:off x="7293333" y="3212688"/>
            <a:ext cx="1850668" cy="504322"/>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0"/>
              </a:spcAft>
            </a:pPr>
            <a:r>
              <a:rPr lang="de-DE" sz="1000" b="1" kern="0" dirty="0"/>
              <a:t>André Münzberg, </a:t>
            </a:r>
            <a:r>
              <a:rPr lang="de-DE" sz="1000" b="1" kern="0" dirty="0" err="1"/>
              <a:t>M.Sc</a:t>
            </a:r>
            <a:r>
              <a:rPr lang="de-DE" sz="1000" b="1" kern="0" dirty="0"/>
              <a:t>.</a:t>
            </a:r>
          </a:p>
          <a:p>
            <a:pPr>
              <a:spcAft>
                <a:spcPts val="0"/>
              </a:spcAft>
            </a:pPr>
            <a:r>
              <a:rPr lang="de-DE" sz="1000" i="1" kern="0" dirty="0"/>
              <a:t>Fachhochschule Südwestfalen</a:t>
            </a:r>
          </a:p>
          <a:p>
            <a:pPr>
              <a:spcBef>
                <a:spcPts val="400"/>
              </a:spcBef>
              <a:spcAft>
                <a:spcPts val="0"/>
              </a:spcAft>
            </a:pPr>
            <a:r>
              <a:rPr lang="de-DE" sz="900" i="1" kern="0" dirty="0" err="1"/>
              <a:t>muenzberg.andre@fh-swf.de</a:t>
            </a:r>
            <a:endParaRPr lang="de-DE" sz="900" i="1" kern="0" dirty="0"/>
          </a:p>
        </p:txBody>
      </p:sp>
      <p:cxnSp>
        <p:nvCxnSpPr>
          <p:cNvPr id="12" name="Gerade Verbindung 11">
            <a:extLst>
              <a:ext uri="{FF2B5EF4-FFF2-40B4-BE49-F238E27FC236}">
                <a16:creationId xmlns:a16="http://schemas.microsoft.com/office/drawing/2014/main" id="{3879E472-E768-8C7C-787B-081D48070637}"/>
              </a:ext>
            </a:extLst>
          </p:cNvPr>
          <p:cNvCxnSpPr/>
          <p:nvPr/>
        </p:nvCxnSpPr>
        <p:spPr bwMode="auto">
          <a:xfrm>
            <a:off x="5052346" y="1374935"/>
            <a:ext cx="4104000"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3" name="Inhaltsplatzhalter 3">
            <a:extLst>
              <a:ext uri="{FF2B5EF4-FFF2-40B4-BE49-F238E27FC236}">
                <a16:creationId xmlns:a16="http://schemas.microsoft.com/office/drawing/2014/main" id="{4DA83BB4-5B74-8C0C-FD06-2E6EB5CAA15C}"/>
              </a:ext>
            </a:extLst>
          </p:cNvPr>
          <p:cNvSpPr txBox="1">
            <a:spLocks/>
          </p:cNvSpPr>
          <p:nvPr/>
        </p:nvSpPr>
        <p:spPr>
          <a:xfrm>
            <a:off x="5212157" y="1439990"/>
            <a:ext cx="3676042" cy="1309224"/>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en-GB" sz="1000" kern="0" dirty="0" err="1"/>
              <a:t>Heidolph</a:t>
            </a:r>
            <a:r>
              <a:rPr lang="en-GB" sz="1000" kern="0" dirty="0"/>
              <a:t> (2026). Automated Evaporation , https://</a:t>
            </a:r>
            <a:r>
              <a:rPr lang="en-GB" sz="1000" kern="0" dirty="0" err="1"/>
              <a:t>heidolph.com</a:t>
            </a:r>
            <a:r>
              <a:rPr lang="en-GB" sz="1000" kern="0" dirty="0"/>
              <a:t>/</a:t>
            </a:r>
            <a:r>
              <a:rPr lang="en-GB" sz="1000" kern="0" dirty="0" err="1"/>
              <a:t>emea</a:t>
            </a:r>
            <a:r>
              <a:rPr lang="en-GB" sz="1000" kern="0" dirty="0"/>
              <a:t>/</a:t>
            </a:r>
            <a:r>
              <a:rPr lang="en-GB" sz="1000" kern="0" dirty="0" err="1"/>
              <a:t>en</a:t>
            </a:r>
            <a:r>
              <a:rPr lang="en-GB" sz="1000" kern="0" dirty="0"/>
              <a:t>/automated-evaporation~c22</a:t>
            </a:r>
            <a:endParaRPr lang="en-GB" sz="1000" kern="0" noProof="0" dirty="0"/>
          </a:p>
        </p:txBody>
      </p:sp>
      <p:sp>
        <p:nvSpPr>
          <p:cNvPr id="14" name="Textplatzhalter 2">
            <a:extLst>
              <a:ext uri="{FF2B5EF4-FFF2-40B4-BE49-F238E27FC236}">
                <a16:creationId xmlns:a16="http://schemas.microsoft.com/office/drawing/2014/main" id="{B8F4018F-E9E9-2BD4-5C71-B61370C9C3DD}"/>
              </a:ext>
            </a:extLst>
          </p:cNvPr>
          <p:cNvSpPr txBox="1">
            <a:spLocks/>
          </p:cNvSpPr>
          <p:nvPr/>
        </p:nvSpPr>
        <p:spPr>
          <a:xfrm>
            <a:off x="5038699" y="1128025"/>
            <a:ext cx="4432850" cy="260558"/>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solidFill>
                  <a:schemeClr val="tx1"/>
                </a:solidFill>
                <a:latin typeface="Arial"/>
                <a:ea typeface="+mn-ea"/>
                <a:cs typeface="Arial"/>
              </a:defRPr>
            </a:lvl1pPr>
            <a:lvl2pPr marL="665163" indent="-28575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de-DE" sz="1200" kern="0" dirty="0"/>
              <a:t>Einstiegsliteratur</a:t>
            </a:r>
          </a:p>
        </p:txBody>
      </p:sp>
      <p:sp>
        <p:nvSpPr>
          <p:cNvPr id="20" name="Textfeld 19">
            <a:extLst>
              <a:ext uri="{FF2B5EF4-FFF2-40B4-BE49-F238E27FC236}">
                <a16:creationId xmlns:a16="http://schemas.microsoft.com/office/drawing/2014/main" id="{13DF7190-1F7E-D237-76E2-3F46968A25AE}"/>
              </a:ext>
            </a:extLst>
          </p:cNvPr>
          <p:cNvSpPr txBox="1"/>
          <p:nvPr/>
        </p:nvSpPr>
        <p:spPr>
          <a:xfrm>
            <a:off x="5198510" y="3957851"/>
            <a:ext cx="3689688" cy="504322"/>
          </a:xfrm>
          <a:prstGeom prst="rect">
            <a:avLst/>
          </a:prstGeom>
          <a:noFill/>
          <a:ln>
            <a:solidFill>
              <a:schemeClr val="bg1">
                <a:lumMod val="50000"/>
              </a:schemeClr>
            </a:solidFill>
          </a:ln>
        </p:spPr>
        <p:txBody>
          <a:bodyPr wrap="square" numCol="2" rtlCol="0" anchor="ctr">
            <a:noAutofit/>
          </a:bodyPr>
          <a:lstStyle/>
          <a:p>
            <a:pPr algn="l"/>
            <a:r>
              <a:rPr lang="de-DE" sz="800" b="1" dirty="0">
                <a:solidFill>
                  <a:schemeClr val="bg1">
                    <a:lumMod val="50000"/>
                  </a:schemeClr>
                </a:solidFill>
              </a:rPr>
              <a:t>Niveau</a:t>
            </a:r>
            <a:r>
              <a:rPr lang="de-DE" sz="800" dirty="0">
                <a:solidFill>
                  <a:schemeClr val="bg1">
                    <a:lumMod val="50000"/>
                  </a:schemeClr>
                </a:solidFill>
              </a:rPr>
              <a:t>: Bachelor oder Master</a:t>
            </a:r>
          </a:p>
          <a:p>
            <a:pPr algn="l"/>
            <a:r>
              <a:rPr lang="de-DE" sz="800" b="1" dirty="0">
                <a:solidFill>
                  <a:schemeClr val="bg1">
                    <a:lumMod val="50000"/>
                  </a:schemeClr>
                </a:solidFill>
              </a:rPr>
              <a:t>Art</a:t>
            </a:r>
            <a:r>
              <a:rPr lang="de-DE" sz="800" dirty="0">
                <a:solidFill>
                  <a:schemeClr val="bg1">
                    <a:lumMod val="50000"/>
                  </a:schemeClr>
                </a:solidFill>
              </a:rPr>
              <a:t>: Seminar- &amp; Abschlussarbeit</a:t>
            </a:r>
          </a:p>
          <a:p>
            <a:pPr algn="l"/>
            <a:r>
              <a:rPr lang="de-DE" sz="800" b="1" dirty="0">
                <a:solidFill>
                  <a:schemeClr val="bg1">
                    <a:lumMod val="50000"/>
                  </a:schemeClr>
                </a:solidFill>
              </a:rPr>
              <a:t>Methode: </a:t>
            </a:r>
            <a:r>
              <a:rPr lang="de-DE" sz="800" dirty="0">
                <a:solidFill>
                  <a:schemeClr val="bg1">
                    <a:lumMod val="50000"/>
                  </a:schemeClr>
                </a:solidFill>
              </a:rPr>
              <a:t>Empirisch &amp; Entwicklung</a:t>
            </a:r>
          </a:p>
          <a:p>
            <a:pPr algn="l"/>
            <a:r>
              <a:rPr lang="de-DE" sz="800" b="1" dirty="0">
                <a:solidFill>
                  <a:schemeClr val="bg1">
                    <a:lumMod val="50000"/>
                  </a:schemeClr>
                </a:solidFill>
              </a:rPr>
              <a:t>Unternehmenskooperation</a:t>
            </a:r>
            <a:r>
              <a:rPr lang="de-DE" sz="800" dirty="0">
                <a:solidFill>
                  <a:schemeClr val="bg1">
                    <a:lumMod val="50000"/>
                  </a:schemeClr>
                </a:solidFill>
              </a:rPr>
              <a:t>: Nein</a:t>
            </a:r>
          </a:p>
          <a:p>
            <a:pPr algn="l"/>
            <a:r>
              <a:rPr lang="de-DE" sz="800" b="1" dirty="0">
                <a:solidFill>
                  <a:schemeClr val="bg1">
                    <a:lumMod val="50000"/>
                  </a:schemeClr>
                </a:solidFill>
              </a:rPr>
              <a:t>Sperrvermerk</a:t>
            </a:r>
            <a:r>
              <a:rPr lang="de-DE" sz="800" dirty="0">
                <a:solidFill>
                  <a:schemeClr val="bg1">
                    <a:lumMod val="50000"/>
                  </a:schemeClr>
                </a:solidFill>
              </a:rPr>
              <a:t>: Nein</a:t>
            </a:r>
          </a:p>
          <a:p>
            <a:pPr algn="l"/>
            <a:r>
              <a:rPr lang="de-DE" sz="800" b="1" dirty="0">
                <a:solidFill>
                  <a:schemeClr val="bg1">
                    <a:lumMod val="50000"/>
                  </a:schemeClr>
                </a:solidFill>
              </a:rPr>
              <a:t>Start: </a:t>
            </a:r>
            <a:r>
              <a:rPr lang="de-DE" sz="800" dirty="0">
                <a:solidFill>
                  <a:schemeClr val="bg1">
                    <a:lumMod val="50000"/>
                  </a:schemeClr>
                </a:solidFill>
              </a:rPr>
              <a:t>ab sofort</a:t>
            </a:r>
          </a:p>
        </p:txBody>
      </p:sp>
    </p:spTree>
    <p:extLst>
      <p:ext uri="{BB962C8B-B14F-4D97-AF65-F5344CB8AC3E}">
        <p14:creationId xmlns:p14="http://schemas.microsoft.com/office/powerpoint/2010/main" val="203835583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70DDB1-D839-A959-076C-B6B7E6EC6DB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6F76CE6-9990-7051-3ACE-101177A8D106}"/>
              </a:ext>
            </a:extLst>
          </p:cNvPr>
          <p:cNvSpPr>
            <a:spLocks noGrp="1"/>
          </p:cNvSpPr>
          <p:nvPr>
            <p:ph type="title"/>
          </p:nvPr>
        </p:nvSpPr>
        <p:spPr/>
        <p:txBody>
          <a:bodyPr/>
          <a:lstStyle/>
          <a:p>
            <a:r>
              <a:rPr lang="de-DE" sz="1800" dirty="0"/>
              <a:t>VORLAGE: Titel</a:t>
            </a:r>
          </a:p>
        </p:txBody>
      </p:sp>
      <p:sp>
        <p:nvSpPr>
          <p:cNvPr id="3" name="Textplatzhalter 2">
            <a:extLst>
              <a:ext uri="{FF2B5EF4-FFF2-40B4-BE49-F238E27FC236}">
                <a16:creationId xmlns:a16="http://schemas.microsoft.com/office/drawing/2014/main" id="{279A0DC2-07C9-9E12-C393-8EC8D893BA42}"/>
              </a:ext>
            </a:extLst>
          </p:cNvPr>
          <p:cNvSpPr>
            <a:spLocks noGrp="1"/>
          </p:cNvSpPr>
          <p:nvPr>
            <p:ph type="body" sz="quarter" idx="10"/>
          </p:nvPr>
        </p:nvSpPr>
        <p:spPr/>
        <p:txBody>
          <a:bodyPr/>
          <a:lstStyle/>
          <a:p>
            <a:r>
              <a:rPr lang="en-GB" sz="1400" noProof="0" dirty="0"/>
              <a:t>Titel Englisch</a:t>
            </a:r>
          </a:p>
        </p:txBody>
      </p:sp>
      <p:sp>
        <p:nvSpPr>
          <p:cNvPr id="5" name="Inhaltsplatzhalter 3">
            <a:extLst>
              <a:ext uri="{FF2B5EF4-FFF2-40B4-BE49-F238E27FC236}">
                <a16:creationId xmlns:a16="http://schemas.microsoft.com/office/drawing/2014/main" id="{1D8E8259-933E-A15F-7A40-FEA2C129EC68}"/>
              </a:ext>
            </a:extLst>
          </p:cNvPr>
          <p:cNvSpPr txBox="1">
            <a:spLocks/>
          </p:cNvSpPr>
          <p:nvPr/>
        </p:nvSpPr>
        <p:spPr>
          <a:xfrm>
            <a:off x="254713" y="1128025"/>
            <a:ext cx="4432849" cy="3423387"/>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lgn="just"/>
            <a:r>
              <a:rPr lang="de-DE" sz="1000" dirty="0">
                <a:latin typeface="Arial" panose="020B0604020202020204" pitchFamily="34" charset="0"/>
                <a:ea typeface="Helvetica Neue" panose="02000503000000020004" pitchFamily="2" charset="0"/>
                <a:cs typeface="Arial" panose="020B0604020202020204" pitchFamily="34" charset="0"/>
              </a:rPr>
              <a:t>Lorem </a:t>
            </a:r>
            <a:r>
              <a:rPr lang="de-DE" sz="1000" dirty="0" err="1">
                <a:latin typeface="Arial" panose="020B0604020202020204" pitchFamily="34" charset="0"/>
                <a:ea typeface="Helvetica Neue" panose="02000503000000020004" pitchFamily="2" charset="0"/>
                <a:cs typeface="Arial" panose="020B0604020202020204" pitchFamily="34" charset="0"/>
              </a:rPr>
              <a:t>ipsum</a:t>
            </a:r>
            <a:r>
              <a:rPr lang="de-DE" sz="1000" dirty="0">
                <a:latin typeface="Arial" panose="020B0604020202020204" pitchFamily="34" charset="0"/>
                <a:ea typeface="Helvetica Neue" panose="02000503000000020004" pitchFamily="2" charset="0"/>
                <a:cs typeface="Arial" panose="020B0604020202020204" pitchFamily="34" charset="0"/>
              </a:rPr>
              <a:t> </a:t>
            </a:r>
            <a:r>
              <a:rPr lang="de-DE" sz="1000" dirty="0" err="1">
                <a:latin typeface="Arial" panose="020B0604020202020204" pitchFamily="34" charset="0"/>
                <a:ea typeface="Helvetica Neue" panose="02000503000000020004" pitchFamily="2" charset="0"/>
                <a:cs typeface="Arial" panose="020B0604020202020204" pitchFamily="34" charset="0"/>
              </a:rPr>
              <a:t>dolor</a:t>
            </a:r>
            <a:r>
              <a:rPr lang="de-DE" sz="1000" dirty="0">
                <a:latin typeface="Arial" panose="020B0604020202020204" pitchFamily="34" charset="0"/>
                <a:ea typeface="Helvetica Neue" panose="02000503000000020004" pitchFamily="2" charset="0"/>
                <a:cs typeface="Arial" panose="020B0604020202020204" pitchFamily="34" charset="0"/>
              </a:rPr>
              <a:t> </a:t>
            </a:r>
            <a:r>
              <a:rPr lang="de-DE" sz="1000" dirty="0" err="1">
                <a:latin typeface="Arial" panose="020B0604020202020204" pitchFamily="34" charset="0"/>
                <a:ea typeface="Helvetica Neue" panose="02000503000000020004" pitchFamily="2" charset="0"/>
                <a:cs typeface="Arial" panose="020B0604020202020204" pitchFamily="34" charset="0"/>
              </a:rPr>
              <a:t>sit</a:t>
            </a:r>
            <a:r>
              <a:rPr lang="de-DE" sz="1000" dirty="0">
                <a:latin typeface="Arial" panose="020B0604020202020204" pitchFamily="34" charset="0"/>
                <a:ea typeface="Helvetica Neue" panose="02000503000000020004" pitchFamily="2" charset="0"/>
                <a:cs typeface="Arial" panose="020B0604020202020204" pitchFamily="34" charset="0"/>
              </a:rPr>
              <a:t> </a:t>
            </a:r>
            <a:r>
              <a:rPr lang="de-DE" sz="1000" dirty="0" err="1">
                <a:latin typeface="Arial" panose="020B0604020202020204" pitchFamily="34" charset="0"/>
                <a:ea typeface="Helvetica Neue" panose="02000503000000020004" pitchFamily="2" charset="0"/>
                <a:cs typeface="Arial" panose="020B0604020202020204" pitchFamily="34" charset="0"/>
              </a:rPr>
              <a:t>amet</a:t>
            </a:r>
            <a:r>
              <a:rPr lang="de-DE" sz="1000" dirty="0">
                <a:latin typeface="Arial" panose="020B0604020202020204" pitchFamily="34" charset="0"/>
                <a:ea typeface="Helvetica Neue" panose="02000503000000020004" pitchFamily="2" charset="0"/>
                <a:cs typeface="Arial" panose="020B0604020202020204" pitchFamily="34" charset="0"/>
              </a:rPr>
              <a:t> Beschreibung ….</a:t>
            </a:r>
          </a:p>
          <a:p>
            <a:pPr algn="just"/>
            <a:endParaRPr lang="de-DE" sz="1000" kern="0" dirty="0">
              <a:latin typeface="Arial" panose="020B0604020202020204" pitchFamily="34" charset="0"/>
              <a:ea typeface="Helvetica Neue" panose="02000503000000020004" pitchFamily="2" charset="0"/>
              <a:cs typeface="Arial" panose="020B0604020202020204" pitchFamily="34" charset="0"/>
            </a:endParaRPr>
          </a:p>
        </p:txBody>
      </p:sp>
      <p:cxnSp>
        <p:nvCxnSpPr>
          <p:cNvPr id="6" name="Gerade Verbindung 5">
            <a:extLst>
              <a:ext uri="{FF2B5EF4-FFF2-40B4-BE49-F238E27FC236}">
                <a16:creationId xmlns:a16="http://schemas.microsoft.com/office/drawing/2014/main" id="{856BE49C-E23E-53FE-681D-F1A6399FB497}"/>
              </a:ext>
            </a:extLst>
          </p:cNvPr>
          <p:cNvCxnSpPr>
            <a:cxnSpLocks/>
          </p:cNvCxnSpPr>
          <p:nvPr/>
        </p:nvCxnSpPr>
        <p:spPr bwMode="auto">
          <a:xfrm>
            <a:off x="5038699" y="3147633"/>
            <a:ext cx="4104000"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7" name="Inhaltsplatzhalter 3">
            <a:extLst>
              <a:ext uri="{FF2B5EF4-FFF2-40B4-BE49-F238E27FC236}">
                <a16:creationId xmlns:a16="http://schemas.microsoft.com/office/drawing/2014/main" id="{FABC9D9F-77DB-BCE1-8D1D-C91530880C9C}"/>
              </a:ext>
            </a:extLst>
          </p:cNvPr>
          <p:cNvSpPr txBox="1">
            <a:spLocks/>
          </p:cNvSpPr>
          <p:nvPr/>
        </p:nvSpPr>
        <p:spPr>
          <a:xfrm>
            <a:off x="5198510" y="3212688"/>
            <a:ext cx="1939270" cy="504322"/>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0"/>
              </a:spcAft>
            </a:pPr>
            <a:r>
              <a:rPr lang="de-DE" sz="1000" b="1" kern="0" dirty="0"/>
              <a:t>Prof. Dr. Benjamin Buchwitz</a:t>
            </a:r>
          </a:p>
          <a:p>
            <a:pPr>
              <a:spcAft>
                <a:spcPts val="0"/>
              </a:spcAft>
            </a:pPr>
            <a:r>
              <a:rPr lang="de-DE" sz="1000" i="1" kern="0" dirty="0"/>
              <a:t>Fachhochschule Südwestfalen</a:t>
            </a:r>
          </a:p>
          <a:p>
            <a:pPr>
              <a:spcBef>
                <a:spcPts val="400"/>
              </a:spcBef>
              <a:spcAft>
                <a:spcPts val="0"/>
              </a:spcAft>
            </a:pPr>
            <a:r>
              <a:rPr lang="de-DE" sz="1000" kern="0" dirty="0" err="1"/>
              <a:t>benjamin.buchwitz@fh-swf.de</a:t>
            </a:r>
            <a:endParaRPr lang="de-DE" sz="1000" kern="0" dirty="0"/>
          </a:p>
        </p:txBody>
      </p:sp>
      <p:sp>
        <p:nvSpPr>
          <p:cNvPr id="9" name="Textplatzhalter 2">
            <a:extLst>
              <a:ext uri="{FF2B5EF4-FFF2-40B4-BE49-F238E27FC236}">
                <a16:creationId xmlns:a16="http://schemas.microsoft.com/office/drawing/2014/main" id="{FEABD3CB-75A3-50A0-454E-B4A195F665C7}"/>
              </a:ext>
            </a:extLst>
          </p:cNvPr>
          <p:cNvSpPr txBox="1">
            <a:spLocks/>
          </p:cNvSpPr>
          <p:nvPr/>
        </p:nvSpPr>
        <p:spPr>
          <a:xfrm>
            <a:off x="5025052" y="2900723"/>
            <a:ext cx="4432850" cy="260558"/>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solidFill>
                  <a:schemeClr val="tx1"/>
                </a:solidFill>
                <a:latin typeface="Arial"/>
                <a:ea typeface="+mn-ea"/>
                <a:cs typeface="Arial"/>
              </a:defRPr>
            </a:lvl1pPr>
            <a:lvl2pPr marL="665163" indent="-28575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de-DE" sz="1200" kern="0" dirty="0"/>
              <a:t>Ansprechpartner</a:t>
            </a:r>
          </a:p>
        </p:txBody>
      </p:sp>
      <p:sp>
        <p:nvSpPr>
          <p:cNvPr id="10" name="Inhaltsplatzhalter 3">
            <a:extLst>
              <a:ext uri="{FF2B5EF4-FFF2-40B4-BE49-F238E27FC236}">
                <a16:creationId xmlns:a16="http://schemas.microsoft.com/office/drawing/2014/main" id="{9A64A5D8-9132-2C22-B52C-F23EC67A04E7}"/>
              </a:ext>
            </a:extLst>
          </p:cNvPr>
          <p:cNvSpPr txBox="1">
            <a:spLocks/>
          </p:cNvSpPr>
          <p:nvPr/>
        </p:nvSpPr>
        <p:spPr>
          <a:xfrm>
            <a:off x="7293333" y="3212688"/>
            <a:ext cx="1850668" cy="504322"/>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0"/>
              </a:spcAft>
            </a:pPr>
            <a:r>
              <a:rPr lang="de-DE" sz="1000" b="1" kern="0" dirty="0"/>
              <a:t>André Münzberg, </a:t>
            </a:r>
            <a:r>
              <a:rPr lang="de-DE" sz="1000" b="1" kern="0" dirty="0" err="1"/>
              <a:t>M.Sc</a:t>
            </a:r>
            <a:r>
              <a:rPr lang="de-DE" sz="1000" b="1" kern="0" dirty="0"/>
              <a:t>.</a:t>
            </a:r>
          </a:p>
          <a:p>
            <a:pPr>
              <a:spcAft>
                <a:spcPts val="0"/>
              </a:spcAft>
            </a:pPr>
            <a:r>
              <a:rPr lang="de-DE" sz="1000" i="1" kern="0" dirty="0"/>
              <a:t>Firma/Organisation</a:t>
            </a:r>
          </a:p>
          <a:p>
            <a:pPr>
              <a:spcBef>
                <a:spcPts val="400"/>
              </a:spcBef>
              <a:spcAft>
                <a:spcPts val="0"/>
              </a:spcAft>
            </a:pPr>
            <a:r>
              <a:rPr lang="de-DE" sz="1000" kern="0" dirty="0" err="1"/>
              <a:t>email@email.com</a:t>
            </a:r>
            <a:endParaRPr lang="de-DE" sz="1000" kern="0" dirty="0"/>
          </a:p>
        </p:txBody>
      </p:sp>
      <p:cxnSp>
        <p:nvCxnSpPr>
          <p:cNvPr id="12" name="Gerade Verbindung 11">
            <a:extLst>
              <a:ext uri="{FF2B5EF4-FFF2-40B4-BE49-F238E27FC236}">
                <a16:creationId xmlns:a16="http://schemas.microsoft.com/office/drawing/2014/main" id="{D6F33B2D-BAB9-7B3B-24F3-2E3CE2CC87E4}"/>
              </a:ext>
            </a:extLst>
          </p:cNvPr>
          <p:cNvCxnSpPr/>
          <p:nvPr/>
        </p:nvCxnSpPr>
        <p:spPr bwMode="auto">
          <a:xfrm>
            <a:off x="5052346" y="1374935"/>
            <a:ext cx="4104000" cy="0"/>
          </a:xfrm>
          <a:prstGeom prst="line">
            <a:avLst/>
          </a:prstGeom>
          <a:noFill/>
          <a:ln w="38100" cap="sq" cmpd="sng" algn="ctr">
            <a:solidFill>
              <a:srgbClr val="BE006E"/>
            </a:solidFill>
            <a:prstDash val="solid"/>
            <a:miter lim="800000"/>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3" name="Inhaltsplatzhalter 3">
            <a:extLst>
              <a:ext uri="{FF2B5EF4-FFF2-40B4-BE49-F238E27FC236}">
                <a16:creationId xmlns:a16="http://schemas.microsoft.com/office/drawing/2014/main" id="{81AAD97A-ECF4-A7C9-6975-7074118A30D8}"/>
              </a:ext>
            </a:extLst>
          </p:cNvPr>
          <p:cNvSpPr txBox="1">
            <a:spLocks/>
          </p:cNvSpPr>
          <p:nvPr/>
        </p:nvSpPr>
        <p:spPr>
          <a:xfrm>
            <a:off x="5212157" y="1439990"/>
            <a:ext cx="3676042" cy="1309224"/>
          </a:xfrm>
          <a:prstGeom prst="rect">
            <a:avLst/>
          </a:prstGeom>
        </p:spPr>
        <p:txBody>
          <a:bodyPr lIns="0" tIns="0" rIns="0" bIns="0"/>
          <a:lstStyle>
            <a:lvl1pPr marL="0" indent="0" algn="l" rtl="0" eaLnBrk="1" fontAlgn="base" hangingPunct="1">
              <a:spcBef>
                <a:spcPct val="0"/>
              </a:spcBef>
              <a:spcAft>
                <a:spcPct val="30000"/>
              </a:spcAft>
              <a:buClr>
                <a:srgbClr val="005EAD"/>
              </a:buClr>
              <a:buFont typeface="Wingdings" charset="0"/>
              <a:buNone/>
              <a:defRPr sz="1400">
                <a:solidFill>
                  <a:schemeClr val="tx1"/>
                </a:solidFill>
                <a:latin typeface="Arial"/>
                <a:ea typeface="+mn-ea"/>
                <a:cs typeface="Arial"/>
              </a:defRPr>
            </a:lvl1pPr>
            <a:lvl2pPr marL="631825" indent="-180975"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en-GB" sz="1000" noProof="0" dirty="0">
                <a:latin typeface="Arial" panose="020B0604020202020204" pitchFamily="34" charset="0"/>
                <a:ea typeface="Helvetica Neue" panose="02000503000000020004" pitchFamily="2" charset="0"/>
                <a:cs typeface="Arial" panose="020B0604020202020204" pitchFamily="34" charset="0"/>
              </a:rPr>
              <a:t>Ordentlich </a:t>
            </a:r>
            <a:r>
              <a:rPr lang="en-GB" sz="1000" noProof="0" dirty="0" err="1">
                <a:latin typeface="Arial" panose="020B0604020202020204" pitchFamily="34" charset="0"/>
                <a:ea typeface="Helvetica Neue" panose="02000503000000020004" pitchFamily="2" charset="0"/>
                <a:cs typeface="Arial" panose="020B0604020202020204" pitchFamily="34" charset="0"/>
              </a:rPr>
              <a:t>formatierte</a:t>
            </a:r>
            <a:r>
              <a:rPr lang="en-GB" sz="1000" noProof="0" dirty="0">
                <a:latin typeface="Arial" panose="020B0604020202020204" pitchFamily="34" charset="0"/>
                <a:ea typeface="Helvetica Neue" panose="02000503000000020004" pitchFamily="2" charset="0"/>
                <a:cs typeface="Arial" panose="020B0604020202020204" pitchFamily="34" charset="0"/>
              </a:rPr>
              <a:t> </a:t>
            </a:r>
            <a:r>
              <a:rPr lang="en-GB" sz="1000" noProof="0" dirty="0" err="1">
                <a:latin typeface="Arial" panose="020B0604020202020204" pitchFamily="34" charset="0"/>
                <a:ea typeface="Helvetica Neue" panose="02000503000000020004" pitchFamily="2" charset="0"/>
                <a:cs typeface="Arial" panose="020B0604020202020204" pitchFamily="34" charset="0"/>
              </a:rPr>
              <a:t>Quellenangabe</a:t>
            </a:r>
            <a:endParaRPr lang="en-GB" sz="1000" kern="0" noProof="0" dirty="0"/>
          </a:p>
        </p:txBody>
      </p:sp>
      <p:sp>
        <p:nvSpPr>
          <p:cNvPr id="14" name="Textplatzhalter 2">
            <a:extLst>
              <a:ext uri="{FF2B5EF4-FFF2-40B4-BE49-F238E27FC236}">
                <a16:creationId xmlns:a16="http://schemas.microsoft.com/office/drawing/2014/main" id="{707F1DEF-E60A-1B77-7520-5A4DFD2DFA7F}"/>
              </a:ext>
            </a:extLst>
          </p:cNvPr>
          <p:cNvSpPr txBox="1">
            <a:spLocks/>
          </p:cNvSpPr>
          <p:nvPr/>
        </p:nvSpPr>
        <p:spPr>
          <a:xfrm>
            <a:off x="5038699" y="1128025"/>
            <a:ext cx="4432850" cy="260558"/>
          </a:xfrm>
          <a:prstGeom prst="rect">
            <a:avLst/>
          </a:prstGeom>
        </p:spPr>
        <p:txBody>
          <a:bodyPr vert="horz" lIns="0" tIns="0" rIns="0" bIns="0" anchor="t" anchorCtr="0"/>
          <a:lstStyle>
            <a:lvl1pPr marL="0" marR="0" indent="0" algn="l" defTabSz="914400" rtl="0" eaLnBrk="0" fontAlgn="base" latinLnBrk="0" hangingPunct="0">
              <a:lnSpc>
                <a:spcPct val="100000"/>
              </a:lnSpc>
              <a:spcBef>
                <a:spcPct val="0"/>
              </a:spcBef>
              <a:spcAft>
                <a:spcPct val="30000"/>
              </a:spcAft>
              <a:buClr>
                <a:srgbClr val="005EAD"/>
              </a:buClr>
              <a:buSzTx/>
              <a:buFont typeface="Wingdings" charset="0"/>
              <a:buNone/>
              <a:tabLst/>
              <a:defRPr sz="1800" b="1">
                <a:solidFill>
                  <a:schemeClr val="tx1"/>
                </a:solidFill>
                <a:latin typeface="Arial"/>
                <a:ea typeface="+mn-ea"/>
                <a:cs typeface="Arial"/>
              </a:defRPr>
            </a:lvl1pPr>
            <a:lvl2pPr marL="665163" indent="-28575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2pPr>
            <a:lvl3pPr marL="10842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3pPr>
            <a:lvl4pPr marL="1503363" indent="-228600" algn="l" rtl="0" eaLnBrk="1" fontAlgn="base" hangingPunct="1">
              <a:spcBef>
                <a:spcPct val="0"/>
              </a:spcBef>
              <a:spcAft>
                <a:spcPct val="30000"/>
              </a:spcAft>
              <a:buClr>
                <a:srgbClr val="005EAD"/>
              </a:buClr>
              <a:buFont typeface="Wingdings" charset="0"/>
              <a:buChar char="§"/>
              <a:tabLst/>
              <a:defRPr sz="1600">
                <a:solidFill>
                  <a:schemeClr val="tx1"/>
                </a:solidFill>
                <a:latin typeface="Arial"/>
                <a:ea typeface="+mn-ea"/>
                <a:cs typeface="Arial"/>
              </a:defRPr>
            </a:lvl4pPr>
            <a:lvl5pPr marL="1922463" indent="-228600" algn="l" rtl="0" eaLnBrk="1" fontAlgn="base" hangingPunct="1">
              <a:spcBef>
                <a:spcPct val="0"/>
              </a:spcBef>
              <a:spcAft>
                <a:spcPct val="30000"/>
              </a:spcAft>
              <a:buClr>
                <a:srgbClr val="005EAD"/>
              </a:buClr>
              <a:buFont typeface="Wingdings" charset="0"/>
              <a:buChar char="§"/>
              <a:defRPr sz="1600">
                <a:solidFill>
                  <a:schemeClr val="tx1"/>
                </a:solidFill>
                <a:latin typeface="Arial"/>
                <a:ea typeface="+mn-ea"/>
                <a:cs typeface="Arial"/>
              </a:defRPr>
            </a:lvl5pPr>
            <a:lvl6pPr marL="23796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6pPr>
            <a:lvl7pPr marL="28368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7pPr>
            <a:lvl8pPr marL="32940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8pPr>
            <a:lvl9pPr marL="3751263" indent="-228600" algn="l" rtl="0" eaLnBrk="1" fontAlgn="base" hangingPunct="1">
              <a:spcBef>
                <a:spcPct val="0"/>
              </a:spcBef>
              <a:spcAft>
                <a:spcPct val="30000"/>
              </a:spcAft>
              <a:buClr>
                <a:srgbClr val="00377D"/>
              </a:buClr>
              <a:buFont typeface="Wingdings" charset="0"/>
              <a:buChar char="§"/>
              <a:defRPr sz="1600">
                <a:solidFill>
                  <a:schemeClr val="tx1"/>
                </a:solidFill>
                <a:latin typeface="+mn-lt"/>
                <a:ea typeface="+mn-ea"/>
              </a:defRPr>
            </a:lvl9pPr>
          </a:lstStyle>
          <a:p>
            <a:pPr>
              <a:spcAft>
                <a:spcPts val="400"/>
              </a:spcAft>
            </a:pPr>
            <a:r>
              <a:rPr lang="de-DE" sz="1200" kern="0" dirty="0"/>
              <a:t>Einstiegsliteratur</a:t>
            </a:r>
          </a:p>
        </p:txBody>
      </p:sp>
      <p:sp>
        <p:nvSpPr>
          <p:cNvPr id="20" name="Textfeld 19">
            <a:extLst>
              <a:ext uri="{FF2B5EF4-FFF2-40B4-BE49-F238E27FC236}">
                <a16:creationId xmlns:a16="http://schemas.microsoft.com/office/drawing/2014/main" id="{D7A300C9-7F69-7AF9-1DBB-F109F3865252}"/>
              </a:ext>
            </a:extLst>
          </p:cNvPr>
          <p:cNvSpPr txBox="1"/>
          <p:nvPr/>
        </p:nvSpPr>
        <p:spPr>
          <a:xfrm>
            <a:off x="5198510" y="3957851"/>
            <a:ext cx="3689688" cy="504322"/>
          </a:xfrm>
          <a:prstGeom prst="rect">
            <a:avLst/>
          </a:prstGeom>
          <a:noFill/>
          <a:ln>
            <a:solidFill>
              <a:schemeClr val="bg1">
                <a:lumMod val="50000"/>
              </a:schemeClr>
            </a:solidFill>
          </a:ln>
        </p:spPr>
        <p:txBody>
          <a:bodyPr wrap="square" numCol="2" rtlCol="0" anchor="ctr">
            <a:noAutofit/>
          </a:bodyPr>
          <a:lstStyle/>
          <a:p>
            <a:pPr algn="l"/>
            <a:r>
              <a:rPr lang="de-DE" sz="800" b="1" dirty="0">
                <a:solidFill>
                  <a:schemeClr val="bg1">
                    <a:lumMod val="50000"/>
                  </a:schemeClr>
                </a:solidFill>
              </a:rPr>
              <a:t>Niveau</a:t>
            </a:r>
            <a:r>
              <a:rPr lang="de-DE" sz="800" dirty="0">
                <a:solidFill>
                  <a:schemeClr val="bg1">
                    <a:lumMod val="50000"/>
                  </a:schemeClr>
                </a:solidFill>
              </a:rPr>
              <a:t>: Master</a:t>
            </a:r>
          </a:p>
          <a:p>
            <a:pPr algn="l"/>
            <a:r>
              <a:rPr lang="de-DE" sz="800" b="1" dirty="0">
                <a:solidFill>
                  <a:schemeClr val="bg1">
                    <a:lumMod val="50000"/>
                  </a:schemeClr>
                </a:solidFill>
              </a:rPr>
              <a:t>Art</a:t>
            </a:r>
            <a:r>
              <a:rPr lang="de-DE" sz="800" dirty="0">
                <a:solidFill>
                  <a:schemeClr val="bg1">
                    <a:lumMod val="50000"/>
                  </a:schemeClr>
                </a:solidFill>
              </a:rPr>
              <a:t>: Seminar- &amp; Abschlussarbeit</a:t>
            </a:r>
          </a:p>
          <a:p>
            <a:pPr algn="l"/>
            <a:r>
              <a:rPr lang="de-DE" sz="800" b="1" dirty="0">
                <a:solidFill>
                  <a:schemeClr val="bg1">
                    <a:lumMod val="50000"/>
                  </a:schemeClr>
                </a:solidFill>
              </a:rPr>
              <a:t>Methode: </a:t>
            </a:r>
            <a:r>
              <a:rPr lang="de-DE" sz="800" dirty="0">
                <a:solidFill>
                  <a:schemeClr val="bg1">
                    <a:lumMod val="50000"/>
                  </a:schemeClr>
                </a:solidFill>
              </a:rPr>
              <a:t>Empirisch &amp; Entwicklung</a:t>
            </a:r>
          </a:p>
          <a:p>
            <a:pPr algn="l"/>
            <a:r>
              <a:rPr lang="de-DE" sz="800" b="1" dirty="0">
                <a:solidFill>
                  <a:schemeClr val="bg1">
                    <a:lumMod val="50000"/>
                  </a:schemeClr>
                </a:solidFill>
              </a:rPr>
              <a:t>Unternehmenskooperation</a:t>
            </a:r>
            <a:r>
              <a:rPr lang="de-DE" sz="800" dirty="0">
                <a:solidFill>
                  <a:schemeClr val="bg1">
                    <a:lumMod val="50000"/>
                  </a:schemeClr>
                </a:solidFill>
              </a:rPr>
              <a:t>: Nein</a:t>
            </a:r>
          </a:p>
          <a:p>
            <a:pPr algn="l"/>
            <a:r>
              <a:rPr lang="de-DE" sz="800" b="1" dirty="0">
                <a:solidFill>
                  <a:schemeClr val="bg1">
                    <a:lumMod val="50000"/>
                  </a:schemeClr>
                </a:solidFill>
              </a:rPr>
              <a:t>Sperrvermerk</a:t>
            </a:r>
            <a:r>
              <a:rPr lang="de-DE" sz="800" dirty="0">
                <a:solidFill>
                  <a:schemeClr val="bg1">
                    <a:lumMod val="50000"/>
                  </a:schemeClr>
                </a:solidFill>
              </a:rPr>
              <a:t>: Nein</a:t>
            </a:r>
          </a:p>
          <a:p>
            <a:pPr algn="l"/>
            <a:r>
              <a:rPr lang="de-DE" sz="800" b="1" dirty="0">
                <a:solidFill>
                  <a:schemeClr val="bg1">
                    <a:lumMod val="50000"/>
                  </a:schemeClr>
                </a:solidFill>
              </a:rPr>
              <a:t>Start: </a:t>
            </a:r>
            <a:r>
              <a:rPr lang="de-DE" sz="800" dirty="0">
                <a:solidFill>
                  <a:schemeClr val="bg1">
                    <a:lumMod val="50000"/>
                  </a:schemeClr>
                </a:solidFill>
              </a:rPr>
              <a:t>ab sofort</a:t>
            </a:r>
          </a:p>
        </p:txBody>
      </p:sp>
    </p:spTree>
    <p:extLst>
      <p:ext uri="{BB962C8B-B14F-4D97-AF65-F5344CB8AC3E}">
        <p14:creationId xmlns:p14="http://schemas.microsoft.com/office/powerpoint/2010/main" val="2003205683"/>
      </p:ext>
    </p:extLst>
  </p:cSld>
  <p:clrMapOvr>
    <a:masterClrMapping/>
  </p:clrMapOvr>
  <p:transition>
    <p:fade/>
  </p:transition>
</p:sld>
</file>

<file path=ppt/theme/theme1.xml><?xml version="1.0" encoding="utf-8"?>
<a:theme xmlns:a="http://schemas.openxmlformats.org/drawingml/2006/main" name="Master_16zu9 2022">
  <a:themeElements>
    <a:clrScheme name="Leere Präsentation 2">
      <a:dk1>
        <a:srgbClr val="000000"/>
      </a:dk1>
      <a:lt1>
        <a:srgbClr val="FFFFFF"/>
      </a:lt1>
      <a:dk2>
        <a:srgbClr val="005EAD"/>
      </a:dk2>
      <a:lt2>
        <a:srgbClr val="000000"/>
      </a:lt2>
      <a:accent1>
        <a:srgbClr val="C0C0C0"/>
      </a:accent1>
      <a:accent2>
        <a:srgbClr val="005EAD"/>
      </a:accent2>
      <a:accent3>
        <a:srgbClr val="FFFFFF"/>
      </a:accent3>
      <a:accent4>
        <a:srgbClr val="000000"/>
      </a:accent4>
      <a:accent5>
        <a:srgbClr val="DCDCDC"/>
      </a:accent5>
      <a:accent6>
        <a:srgbClr val="00549C"/>
      </a:accent6>
      <a:hlink>
        <a:srgbClr val="B2B2B2"/>
      </a:hlink>
      <a:folHlink>
        <a:srgbClr val="000000"/>
      </a:folHlink>
    </a:clrScheme>
    <a:fontScheme name="Leere Prä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square" lIns="0" tIns="0" rIns="0" bIns="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spDef>
    <a:lnDef>
      <a:spPr bwMode="auto">
        <a:xfrm>
          <a:off x="0" y="0"/>
          <a:ext cx="1" cy="1"/>
        </a:xfrm>
        <a:custGeom>
          <a:avLst/>
          <a:gdLst/>
          <a:ahLst/>
          <a:cxnLst/>
          <a:rect l="0" t="0" r="0" b="0"/>
          <a:pathLst/>
        </a:custGeom>
        <a:noFill/>
        <a:ln w="127000" cap="flat" cmpd="sng" algn="ctr">
          <a:solidFill>
            <a:schemeClr val="tx1"/>
          </a:solidFill>
          <a:prstDash val="solid"/>
          <a:round/>
          <a:headEnd type="none" w="med" len="med"/>
          <a:tailEnd type="none" w="med" len="med"/>
        </a:ln>
        <a:effectLst/>
        <a:extLst>
          <a:ext uri="{909E8E84-426E-40dd-AFC4-6F175D3DCCD1}">
            <a14:hiddenFill xmlns="" xmlns:a14="http://schemas.microsoft.com/office/drawing/2010/main">
              <a:solidFill>
                <a:schemeClr val="accent2"/>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square" lIns="0" tIns="0" rIns="0" bIns="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lnDef>
  </a:objectDefaults>
  <a:extraClrSchemeLst>
    <a:extraClrScheme>
      <a:clrScheme name="Leere Präsentation 1">
        <a:dk1>
          <a:srgbClr val="000000"/>
        </a:dk1>
        <a:lt1>
          <a:srgbClr val="FFFFFF"/>
        </a:lt1>
        <a:dk2>
          <a:srgbClr val="0033CC"/>
        </a:dk2>
        <a:lt2>
          <a:srgbClr val="000000"/>
        </a:lt2>
        <a:accent1>
          <a:srgbClr val="3399FF"/>
        </a:accent1>
        <a:accent2>
          <a:srgbClr val="0033CC"/>
        </a:accent2>
        <a:accent3>
          <a:srgbClr val="FFFFFF"/>
        </a:accent3>
        <a:accent4>
          <a:srgbClr val="000000"/>
        </a:accent4>
        <a:accent5>
          <a:srgbClr val="ADCAFF"/>
        </a:accent5>
        <a:accent6>
          <a:srgbClr val="002DB9"/>
        </a:accent6>
        <a:hlink>
          <a:srgbClr val="CC00CC"/>
        </a:hlink>
        <a:folHlink>
          <a:srgbClr val="0000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5EAD"/>
        </a:dk2>
        <a:lt2>
          <a:srgbClr val="000000"/>
        </a:lt2>
        <a:accent1>
          <a:srgbClr val="C0C0C0"/>
        </a:accent1>
        <a:accent2>
          <a:srgbClr val="005EAD"/>
        </a:accent2>
        <a:accent3>
          <a:srgbClr val="FFFFFF"/>
        </a:accent3>
        <a:accent4>
          <a:srgbClr val="000000"/>
        </a:accent4>
        <a:accent5>
          <a:srgbClr val="DCDCDC"/>
        </a:accent5>
        <a:accent6>
          <a:srgbClr val="00549C"/>
        </a:accent6>
        <a:hlink>
          <a:srgbClr val="B2B2B2"/>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Master_16zu9 2022</Template>
  <TotalTime>0</TotalTime>
  <Words>606</Words>
  <Application>Microsoft Macintosh PowerPoint</Application>
  <PresentationFormat>Bildschirmpräsentation (16:9)</PresentationFormat>
  <Paragraphs>79</Paragraphs>
  <Slides>4</Slides>
  <Notes>0</Notes>
  <HiddenSlides>1</HiddenSlides>
  <MMClips>0</MMClips>
  <ScaleCrop>false</ScaleCrop>
  <HeadingPairs>
    <vt:vector size="8" baseType="variant">
      <vt:variant>
        <vt:lpstr>Verwendete Schriftarten</vt:lpstr>
      </vt:variant>
      <vt:variant>
        <vt:i4>4</vt:i4>
      </vt:variant>
      <vt:variant>
        <vt:lpstr>Design</vt:lpstr>
      </vt:variant>
      <vt:variant>
        <vt:i4>1</vt:i4>
      </vt:variant>
      <vt:variant>
        <vt:lpstr>Folientitel</vt:lpstr>
      </vt:variant>
      <vt:variant>
        <vt:i4>4</vt:i4>
      </vt:variant>
      <vt:variant>
        <vt:lpstr>Zielgruppenorientierte Präsentationen</vt:lpstr>
      </vt:variant>
      <vt:variant>
        <vt:i4>1</vt:i4>
      </vt:variant>
    </vt:vector>
  </HeadingPairs>
  <TitlesOfParts>
    <vt:vector size="10" baseType="lpstr">
      <vt:lpstr>Arial</vt:lpstr>
      <vt:lpstr>Syntax</vt:lpstr>
      <vt:lpstr>Times</vt:lpstr>
      <vt:lpstr>Wingdings</vt:lpstr>
      <vt:lpstr>Master_16zu9 2022</vt:lpstr>
      <vt:lpstr>Erläuterungen</vt:lpstr>
      <vt:lpstr>Bio-Sensor basierte Konfidenzschätzung in der betrieblichen Prognostik</vt:lpstr>
      <vt:lpstr>Automatisierung von Verdampfungsprozessen in Rotationsverdampfern</vt:lpstr>
      <vt:lpstr>VORLAGE: Titel</vt:lpstr>
      <vt:lpstr>Mustermann1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Microsoft Office User</dc:creator>
  <cp:lastModifiedBy>bchwtz</cp:lastModifiedBy>
  <cp:revision>24</cp:revision>
  <cp:lastPrinted>2010-04-29T14:30:22Z</cp:lastPrinted>
  <dcterms:created xsi:type="dcterms:W3CDTF">2023-11-25T08:21:40Z</dcterms:created>
  <dcterms:modified xsi:type="dcterms:W3CDTF">2026-05-09T13:37:49Z</dcterms:modified>
</cp:coreProperties>
</file>
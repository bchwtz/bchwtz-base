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handoutMasterIdLst>
    <p:handoutMasterId r:id="rId7"/>
  </p:handoutMasterIdLst>
  <p:sldIdLst>
    <p:sldId id="256" r:id="rId2"/>
    <p:sldId id="259" r:id="rId3"/>
    <p:sldId id="258" r:id="rId4"/>
    <p:sldId id="257" r:id="rId5"/>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ademic Poster" id="{AAD427FA-8854-094A-9F3E-F9BC35E46DFB}">
          <p14:sldIdLst>
            <p14:sldId id="256"/>
            <p14:sldId id="259"/>
          </p14:sldIdLst>
        </p14:section>
        <p14:section name="Academic Poster (Blind)" id="{632CA5EF-AF15-A340-9C5E-F4537964EA33}">
          <p14:sldIdLst>
            <p14:sldId id="258"/>
          </p14:sldIdLst>
        </p14:section>
        <p14:section name="Appendix" id="{92C5A1C8-3E61-9146-8C01-F49083877C40}">
          <p14:sldIdLst>
            <p14:sldId id="257"/>
          </p14:sldIdLst>
        </p14:section>
      </p14:sectionLst>
    </p:ext>
    <p:ext uri="{EFAFB233-063F-42B5-8137-9DF3F51BA10A}">
      <p15:sldGuideLst xmlns:p15="http://schemas.microsoft.com/office/powerpoint/2012/main">
        <p15:guide id="1" orient="horz" pos="3866" userDrawn="1">
          <p15:clr>
            <a:srgbClr val="A4A3A4"/>
          </p15:clr>
        </p15:guide>
        <p15:guide id="2" pos="838" userDrawn="1">
          <p15:clr>
            <a:srgbClr val="A4A3A4"/>
          </p15:clr>
        </p15:guide>
        <p15:guide id="3" pos="12632" userDrawn="1">
          <p15:clr>
            <a:srgbClr val="A4A3A4"/>
          </p15:clr>
        </p15:guide>
        <p15:guide id="4" orient="horz" pos="17927" userDrawn="1">
          <p15:clr>
            <a:srgbClr val="A4A3A4"/>
          </p15:clr>
        </p15:guide>
        <p15:guide id="5" pos="4467" userDrawn="1">
          <p15:clr>
            <a:srgbClr val="A4A3A4"/>
          </p15:clr>
        </p15:guide>
        <p15:guide id="6" pos="9003" userDrawn="1">
          <p15:clr>
            <a:srgbClr val="A4A3A4"/>
          </p15:clr>
        </p15:guide>
        <p15:guide id="7" pos="4921" userDrawn="1">
          <p15:clr>
            <a:srgbClr val="A4A3A4"/>
          </p15:clr>
        </p15:guide>
        <p15:guide id="8" pos="8549" userDrawn="1">
          <p15:clr>
            <a:srgbClr val="A4A3A4"/>
          </p15:clr>
        </p15:guide>
        <p15:guide id="9" orient="horz" pos="11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09B"/>
    <a:srgbClr val="FFCC01"/>
    <a:srgbClr val="BE0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35"/>
    <p:restoredTop sz="96281"/>
  </p:normalViewPr>
  <p:slideViewPr>
    <p:cSldViewPr>
      <p:cViewPr varScale="1">
        <p:scale>
          <a:sx n="35" d="100"/>
          <a:sy n="35" d="100"/>
        </p:scale>
        <p:origin x="3904" y="576"/>
      </p:cViewPr>
      <p:guideLst>
        <p:guide orient="horz" pos="3866"/>
        <p:guide pos="838"/>
        <p:guide pos="12632"/>
        <p:guide orient="horz" pos="17927"/>
        <p:guide pos="4467"/>
        <p:guide pos="9003"/>
        <p:guide pos="4921"/>
        <p:guide pos="8549"/>
        <p:guide orient="horz" pos="1144"/>
      </p:guideLst>
    </p:cSldViewPr>
  </p:slideViewPr>
  <p:notesTextViewPr>
    <p:cViewPr>
      <p:scale>
        <a:sx n="1" d="1"/>
        <a:sy n="1" d="1"/>
      </p:scale>
      <p:origin x="0" y="0"/>
    </p:cViewPr>
  </p:notesTextViewPr>
  <p:notesViewPr>
    <p:cSldViewPr showGuides="1">
      <p:cViewPr varScale="1">
        <p:scale>
          <a:sx n="94" d="100"/>
          <a:sy n="94" d="100"/>
        </p:scale>
        <p:origin x="283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A61D015-9840-1FCF-EE99-D961AD5983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2283B9C1-B854-66FE-2C92-DF9410C981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8CEED-9D39-5F45-A794-537539148F8F}" type="datetimeFigureOut">
              <a:rPr lang="de-DE" smtClean="0"/>
              <a:t>27.07.26</a:t>
            </a:fld>
            <a:endParaRPr lang="de-DE"/>
          </a:p>
        </p:txBody>
      </p:sp>
      <p:sp>
        <p:nvSpPr>
          <p:cNvPr id="4" name="Fußzeilenplatzhalter 3">
            <a:extLst>
              <a:ext uri="{FF2B5EF4-FFF2-40B4-BE49-F238E27FC236}">
                <a16:creationId xmlns:a16="http://schemas.microsoft.com/office/drawing/2014/main" id="{7E63714F-6310-174C-5C3D-FC07558D09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7E6D5A19-A1FE-FA80-6A2C-B4E89083B8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E37779-30F8-7548-8F87-EE9B56B12E89}" type="slidenum">
              <a:rPr lang="de-DE" smtClean="0"/>
              <a:t>‹Nr.›</a:t>
            </a:fld>
            <a:endParaRPr lang="de-DE"/>
          </a:p>
        </p:txBody>
      </p:sp>
    </p:spTree>
    <p:extLst>
      <p:ext uri="{BB962C8B-B14F-4D97-AF65-F5344CB8AC3E}">
        <p14:creationId xmlns:p14="http://schemas.microsoft.com/office/powerpoint/2010/main" val="45031813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632BD-23DD-8147-A026-1F04B97B7E75}" type="datetimeFigureOut">
              <a:rPr lang="de-DE" smtClean="0"/>
              <a:t>27.07.26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AF2651-5371-BC49-953C-50D99E042BAC}" type="slidenum">
              <a:rPr lang="de-DE" smtClean="0"/>
              <a:t>‹Nr.›</a:t>
            </a:fld>
            <a:endParaRPr lang="de-DE"/>
          </a:p>
        </p:txBody>
      </p:sp>
    </p:spTree>
    <p:extLst>
      <p:ext uri="{BB962C8B-B14F-4D97-AF65-F5344CB8AC3E}">
        <p14:creationId xmlns:p14="http://schemas.microsoft.com/office/powerpoint/2010/main" val="154204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B9AF2651-5371-BC49-953C-50D99E042BAC}" type="slidenum">
              <a:rPr lang="de-DE" smtClean="0"/>
              <a:t>1</a:t>
            </a:fld>
            <a:endParaRPr lang="de-DE"/>
          </a:p>
        </p:txBody>
      </p:sp>
    </p:spTree>
    <p:extLst>
      <p:ext uri="{BB962C8B-B14F-4D97-AF65-F5344CB8AC3E}">
        <p14:creationId xmlns:p14="http://schemas.microsoft.com/office/powerpoint/2010/main" val="271142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CFD4-5D2D-C244-20A2-39270D6FB67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C9664FF-A048-9F18-6CC2-68B1EC0EF8B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140DE2A-8C3C-F8A6-56AC-72B94AFCCA22}"/>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37F1B39-277E-BBF5-2078-5F5F75969940}"/>
              </a:ext>
            </a:extLst>
          </p:cNvPr>
          <p:cNvSpPr>
            <a:spLocks noGrp="1"/>
          </p:cNvSpPr>
          <p:nvPr>
            <p:ph type="sldNum" sz="quarter" idx="5"/>
          </p:nvPr>
        </p:nvSpPr>
        <p:spPr/>
        <p:txBody>
          <a:bodyPr/>
          <a:lstStyle/>
          <a:p>
            <a:fld id="{B9AF2651-5371-BC49-953C-50D99E042BAC}" type="slidenum">
              <a:rPr lang="de-DE" smtClean="0"/>
              <a:t>2</a:t>
            </a:fld>
            <a:endParaRPr lang="de-DE"/>
          </a:p>
        </p:txBody>
      </p:sp>
    </p:spTree>
    <p:extLst>
      <p:ext uri="{BB962C8B-B14F-4D97-AF65-F5344CB8AC3E}">
        <p14:creationId xmlns:p14="http://schemas.microsoft.com/office/powerpoint/2010/main" val="613745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DC4F0-D4B5-EC12-3D85-B43FBF282A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77205C4-B7C7-F560-721D-B7C5EE75FB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9CE4D01-BE15-58C0-B5FE-E590C9761CB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DFF37B5-5BAA-F4AC-F2C4-2E5DC6EDF463}"/>
              </a:ext>
            </a:extLst>
          </p:cNvPr>
          <p:cNvSpPr>
            <a:spLocks noGrp="1"/>
          </p:cNvSpPr>
          <p:nvPr>
            <p:ph type="sldNum" sz="quarter" idx="5"/>
          </p:nvPr>
        </p:nvSpPr>
        <p:spPr/>
        <p:txBody>
          <a:bodyPr/>
          <a:lstStyle/>
          <a:p>
            <a:fld id="{B9AF2651-5371-BC49-953C-50D99E042BAC}" type="slidenum">
              <a:rPr lang="de-DE" smtClean="0"/>
              <a:t>3</a:t>
            </a:fld>
            <a:endParaRPr lang="de-DE"/>
          </a:p>
        </p:txBody>
      </p:sp>
    </p:spTree>
    <p:extLst>
      <p:ext uri="{BB962C8B-B14F-4D97-AF65-F5344CB8AC3E}">
        <p14:creationId xmlns:p14="http://schemas.microsoft.com/office/powerpoint/2010/main" val="644066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cxnSp>
        <p:nvCxnSpPr>
          <p:cNvPr id="7" name="Gerade Verbindung 6">
            <a:extLst>
              <a:ext uri="{FF2B5EF4-FFF2-40B4-BE49-F238E27FC236}">
                <a16:creationId xmlns:a16="http://schemas.microsoft.com/office/drawing/2014/main" id="{032EB04F-FA56-FA24-C2CA-B361A4F30CCA}"/>
              </a:ext>
            </a:extLst>
          </p:cNvPr>
          <p:cNvCxnSpPr/>
          <p:nvPr userDrawn="1"/>
        </p:nvCxnSpPr>
        <p:spPr bwMode="auto">
          <a:xfrm>
            <a:off x="0" y="5458133"/>
            <a:ext cx="10699237" cy="0"/>
          </a:xfrm>
          <a:prstGeom prst="line">
            <a:avLst/>
          </a:prstGeom>
          <a:noFill/>
          <a:ln w="127000" cap="flat" cmpd="sng" algn="ctr">
            <a:solidFill>
              <a:srgbClr val="BE006E"/>
            </a:solidFill>
            <a:prstDash val="solid"/>
            <a:round/>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8" name="Textfeld 7">
            <a:extLst>
              <a:ext uri="{FF2B5EF4-FFF2-40B4-BE49-F238E27FC236}">
                <a16:creationId xmlns:a16="http://schemas.microsoft.com/office/drawing/2014/main" id="{9ABB53C8-AF39-85F8-A94E-04048330133C}"/>
              </a:ext>
            </a:extLst>
          </p:cNvPr>
          <p:cNvSpPr txBox="1"/>
          <p:nvPr userDrawn="1"/>
        </p:nvSpPr>
        <p:spPr>
          <a:xfrm>
            <a:off x="1258764" y="5341690"/>
            <a:ext cx="1648208" cy="230832"/>
          </a:xfrm>
          <a:prstGeom prst="rect">
            <a:avLst/>
          </a:prstGeom>
          <a:noFill/>
        </p:spPr>
        <p:txBody>
          <a:bodyPr wrap="none" rtlCol="0">
            <a:spAutoFit/>
          </a:bodyPr>
          <a:lstStyle/>
          <a:p>
            <a:r>
              <a:rPr lang="de-DE" sz="900" dirty="0">
                <a:solidFill>
                  <a:schemeClr val="bg1"/>
                </a:solidFill>
                <a:latin typeface="Arial Narrow" panose="020B0604020202020204" pitchFamily="34" charset="0"/>
                <a:cs typeface="Arial Narrow" panose="020B0604020202020204" pitchFamily="34" charset="0"/>
              </a:rPr>
              <a:t>2025 | Prof. Dr. Benjamin Buchwitz</a:t>
            </a:r>
          </a:p>
        </p:txBody>
      </p:sp>
      <p:pic>
        <p:nvPicPr>
          <p:cNvPr id="9" name="Bild 9" descr="FH-SWF_Logo-RGB.ai">
            <a:extLst>
              <a:ext uri="{FF2B5EF4-FFF2-40B4-BE49-F238E27FC236}">
                <a16:creationId xmlns:a16="http://schemas.microsoft.com/office/drawing/2014/main" id="{A26615E7-FCAB-A48F-D078-9ECAD798B9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349484" y="330795"/>
            <a:ext cx="3847384" cy="1413323"/>
          </a:xfrm>
          <a:prstGeom prst="rect">
            <a:avLst/>
          </a:prstGeom>
        </p:spPr>
      </p:pic>
      <p:pic>
        <p:nvPicPr>
          <p:cNvPr id="10" name="Bild 10" descr="Claim-RGB.ai">
            <a:extLst>
              <a:ext uri="{FF2B5EF4-FFF2-40B4-BE49-F238E27FC236}">
                <a16:creationId xmlns:a16="http://schemas.microsoft.com/office/drawing/2014/main" id="{EF391C1E-ACF5-7C20-F188-13D9573A05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0325" y="28732718"/>
            <a:ext cx="3579478" cy="786081"/>
          </a:xfrm>
          <a:prstGeom prst="rect">
            <a:avLst/>
          </a:prstGeom>
        </p:spPr>
      </p:pic>
      <p:sp>
        <p:nvSpPr>
          <p:cNvPr id="11" name="Text Placeholder 2">
            <a:extLst>
              <a:ext uri="{FF2B5EF4-FFF2-40B4-BE49-F238E27FC236}">
                <a16:creationId xmlns:a16="http://schemas.microsoft.com/office/drawing/2014/main" id="{C5420AD6-E0C8-2780-6BDC-10CAA9E01960}"/>
              </a:ext>
            </a:extLst>
          </p:cNvPr>
          <p:cNvSpPr txBox="1">
            <a:spLocks/>
          </p:cNvSpPr>
          <p:nvPr userDrawn="1"/>
        </p:nvSpPr>
        <p:spPr>
          <a:xfrm>
            <a:off x="1330325" y="1816126"/>
            <a:ext cx="18720000" cy="2340000"/>
          </a:xfrm>
          <a:prstGeom prst="rect">
            <a:avLst/>
          </a:prstGeom>
          <a:solidFill>
            <a:schemeClr val="bg1">
              <a:lumMod val="95000"/>
            </a:schemeClr>
          </a:solidFill>
        </p:spPr>
        <p:txBody>
          <a:bodyPr vert="horz" lIns="91440" tIns="45720" rIns="9144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endParaRPr lang="de-DE" sz="4800" dirty="0"/>
          </a:p>
        </p:txBody>
      </p:sp>
    </p:spTree>
    <p:extLst>
      <p:ext uri="{BB962C8B-B14F-4D97-AF65-F5344CB8AC3E}">
        <p14:creationId xmlns:p14="http://schemas.microsoft.com/office/powerpoint/2010/main" val="3873667977"/>
      </p:ext>
    </p:extLst>
  </p:cSld>
  <p:clrMapOvr>
    <a:masterClrMapping/>
  </p:clrMapOvr>
  <p:extLst>
    <p:ext uri="{DCECCB84-F9BA-43D5-87BE-67443E8EF086}">
      <p15:sldGuideLst xmlns:p15="http://schemas.microsoft.com/office/powerpoint/2012/main">
        <p15:guide id="1" orient="horz" pos="9535" userDrawn="1">
          <p15:clr>
            <a:srgbClr val="FBAE40"/>
          </p15:clr>
        </p15:guide>
        <p15:guide id="2" pos="67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ster (B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385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ster-Framework">
    <p:spTree>
      <p:nvGrpSpPr>
        <p:cNvPr id="1" name=""/>
        <p:cNvGrpSpPr/>
        <p:nvPr/>
      </p:nvGrpSpPr>
      <p:grpSpPr>
        <a:xfrm>
          <a:off x="0" y="0"/>
          <a:ext cx="0" cy="0"/>
          <a:chOff x="0" y="0"/>
          <a:chExt cx="0" cy="0"/>
        </a:xfrm>
      </p:grpSpPr>
      <p:cxnSp>
        <p:nvCxnSpPr>
          <p:cNvPr id="7" name="Gerade Verbindung 6">
            <a:extLst>
              <a:ext uri="{FF2B5EF4-FFF2-40B4-BE49-F238E27FC236}">
                <a16:creationId xmlns:a16="http://schemas.microsoft.com/office/drawing/2014/main" id="{032EB04F-FA56-FA24-C2CA-B361A4F30CCA}"/>
              </a:ext>
            </a:extLst>
          </p:cNvPr>
          <p:cNvCxnSpPr/>
          <p:nvPr userDrawn="1"/>
        </p:nvCxnSpPr>
        <p:spPr bwMode="auto">
          <a:xfrm>
            <a:off x="0" y="5458133"/>
            <a:ext cx="10699237" cy="0"/>
          </a:xfrm>
          <a:prstGeom prst="line">
            <a:avLst/>
          </a:prstGeom>
          <a:noFill/>
          <a:ln w="127000" cap="flat" cmpd="sng" algn="ctr">
            <a:solidFill>
              <a:srgbClr val="BE006E"/>
            </a:solidFill>
            <a:prstDash val="solid"/>
            <a:round/>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pic>
        <p:nvPicPr>
          <p:cNvPr id="9" name="Bild 9" descr="FH-SWF_Logo-RGB.ai">
            <a:extLst>
              <a:ext uri="{FF2B5EF4-FFF2-40B4-BE49-F238E27FC236}">
                <a16:creationId xmlns:a16="http://schemas.microsoft.com/office/drawing/2014/main" id="{A26615E7-FCAB-A48F-D078-9ECAD798B9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349484" y="330795"/>
            <a:ext cx="3847384" cy="1413323"/>
          </a:xfrm>
          <a:prstGeom prst="rect">
            <a:avLst/>
          </a:prstGeom>
        </p:spPr>
      </p:pic>
      <p:pic>
        <p:nvPicPr>
          <p:cNvPr id="10" name="Bild 10" descr="Claim-RGB.ai">
            <a:extLst>
              <a:ext uri="{FF2B5EF4-FFF2-40B4-BE49-F238E27FC236}">
                <a16:creationId xmlns:a16="http://schemas.microsoft.com/office/drawing/2014/main" id="{EF391C1E-ACF5-7C20-F188-13D9573A05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0325" y="28732718"/>
            <a:ext cx="3579478" cy="786081"/>
          </a:xfrm>
          <a:prstGeom prst="rect">
            <a:avLst/>
          </a:prstGeom>
        </p:spPr>
      </p:pic>
      <p:sp>
        <p:nvSpPr>
          <p:cNvPr id="11" name="Text Placeholder 2">
            <a:extLst>
              <a:ext uri="{FF2B5EF4-FFF2-40B4-BE49-F238E27FC236}">
                <a16:creationId xmlns:a16="http://schemas.microsoft.com/office/drawing/2014/main" id="{C5420AD6-E0C8-2780-6BDC-10CAA9E01960}"/>
              </a:ext>
            </a:extLst>
          </p:cNvPr>
          <p:cNvSpPr txBox="1">
            <a:spLocks/>
          </p:cNvSpPr>
          <p:nvPr userDrawn="1"/>
        </p:nvSpPr>
        <p:spPr>
          <a:xfrm>
            <a:off x="1330325" y="1816126"/>
            <a:ext cx="18720000" cy="2340000"/>
          </a:xfrm>
          <a:prstGeom prst="rect">
            <a:avLst/>
          </a:prstGeom>
          <a:noFill/>
          <a:ln w="6350">
            <a:solidFill>
              <a:schemeClr val="tx1"/>
            </a:solidFill>
            <a:prstDash val="lgDash"/>
          </a:ln>
        </p:spPr>
        <p:txBody>
          <a:bodyPr vert="horz" lIns="91440" tIns="45720" rIns="9144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endParaRPr lang="de-DE" sz="4800" dirty="0"/>
          </a:p>
        </p:txBody>
      </p:sp>
      <p:cxnSp>
        <p:nvCxnSpPr>
          <p:cNvPr id="38" name="Gerade Verbindung 37">
            <a:extLst>
              <a:ext uri="{FF2B5EF4-FFF2-40B4-BE49-F238E27FC236}">
                <a16:creationId xmlns:a16="http://schemas.microsoft.com/office/drawing/2014/main" id="{27503FE1-55AB-E75F-6108-BCE63FAC9820}"/>
              </a:ext>
            </a:extLst>
          </p:cNvPr>
          <p:cNvCxnSpPr/>
          <p:nvPr userDrawn="1"/>
        </p:nvCxnSpPr>
        <p:spPr>
          <a:xfrm>
            <a:off x="0" y="6133931"/>
            <a:ext cx="21384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9" name="Gerade Verbindung 38">
            <a:extLst>
              <a:ext uri="{FF2B5EF4-FFF2-40B4-BE49-F238E27FC236}">
                <a16:creationId xmlns:a16="http://schemas.microsoft.com/office/drawing/2014/main" id="{A719639A-00BB-E93F-B4D2-94D4B795485B}"/>
              </a:ext>
            </a:extLst>
          </p:cNvPr>
          <p:cNvCxnSpPr/>
          <p:nvPr userDrawn="1"/>
        </p:nvCxnSpPr>
        <p:spPr>
          <a:xfrm>
            <a:off x="0" y="28459086"/>
            <a:ext cx="21384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0" name="Gerade Verbindung 39">
            <a:extLst>
              <a:ext uri="{FF2B5EF4-FFF2-40B4-BE49-F238E27FC236}">
                <a16:creationId xmlns:a16="http://schemas.microsoft.com/office/drawing/2014/main" id="{7A262636-884A-61E9-FD74-617C0FC58957}"/>
              </a:ext>
            </a:extLst>
          </p:cNvPr>
          <p:cNvCxnSpPr>
            <a:cxnSpLocks/>
          </p:cNvCxnSpPr>
          <p:nvPr userDrawn="1"/>
        </p:nvCxnSpPr>
        <p:spPr>
          <a:xfrm>
            <a:off x="1330323"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1" name="Gerade Verbindung 40">
            <a:extLst>
              <a:ext uri="{FF2B5EF4-FFF2-40B4-BE49-F238E27FC236}">
                <a16:creationId xmlns:a16="http://schemas.microsoft.com/office/drawing/2014/main" id="{4E0079BA-9196-7112-A2A1-92F77835EC70}"/>
              </a:ext>
            </a:extLst>
          </p:cNvPr>
          <p:cNvCxnSpPr>
            <a:cxnSpLocks/>
          </p:cNvCxnSpPr>
          <p:nvPr userDrawn="1"/>
        </p:nvCxnSpPr>
        <p:spPr>
          <a:xfrm>
            <a:off x="7090325"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2" name="Gerade Verbindung 41">
            <a:extLst>
              <a:ext uri="{FF2B5EF4-FFF2-40B4-BE49-F238E27FC236}">
                <a16:creationId xmlns:a16="http://schemas.microsoft.com/office/drawing/2014/main" id="{0E2D3988-6011-C06F-8D2F-6E4D25DBADA2}"/>
              </a:ext>
            </a:extLst>
          </p:cNvPr>
          <p:cNvCxnSpPr>
            <a:cxnSpLocks/>
          </p:cNvCxnSpPr>
          <p:nvPr userDrawn="1"/>
        </p:nvCxnSpPr>
        <p:spPr>
          <a:xfrm>
            <a:off x="7811812"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3" name="Gerade Verbindung 42">
            <a:extLst>
              <a:ext uri="{FF2B5EF4-FFF2-40B4-BE49-F238E27FC236}">
                <a16:creationId xmlns:a16="http://schemas.microsoft.com/office/drawing/2014/main" id="{9FB11024-609D-8EAD-F246-59A41728A30E}"/>
              </a:ext>
            </a:extLst>
          </p:cNvPr>
          <p:cNvCxnSpPr>
            <a:cxnSpLocks/>
          </p:cNvCxnSpPr>
          <p:nvPr userDrawn="1"/>
        </p:nvCxnSpPr>
        <p:spPr>
          <a:xfrm>
            <a:off x="13571812"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4" name="Gerade Verbindung 43">
            <a:extLst>
              <a:ext uri="{FF2B5EF4-FFF2-40B4-BE49-F238E27FC236}">
                <a16:creationId xmlns:a16="http://schemas.microsoft.com/office/drawing/2014/main" id="{893B065B-6D3B-19E1-902C-6EF1B4E16F7B}"/>
              </a:ext>
            </a:extLst>
          </p:cNvPr>
          <p:cNvCxnSpPr>
            <a:cxnSpLocks/>
          </p:cNvCxnSpPr>
          <p:nvPr userDrawn="1"/>
        </p:nvCxnSpPr>
        <p:spPr>
          <a:xfrm>
            <a:off x="14293198"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5" name="Gerade Verbindung 44">
            <a:extLst>
              <a:ext uri="{FF2B5EF4-FFF2-40B4-BE49-F238E27FC236}">
                <a16:creationId xmlns:a16="http://schemas.microsoft.com/office/drawing/2014/main" id="{0A2F1D9D-BB3C-7421-A0D2-32B9EC41F422}"/>
              </a:ext>
            </a:extLst>
          </p:cNvPr>
          <p:cNvCxnSpPr>
            <a:cxnSpLocks/>
          </p:cNvCxnSpPr>
          <p:nvPr userDrawn="1"/>
        </p:nvCxnSpPr>
        <p:spPr>
          <a:xfrm>
            <a:off x="20050323" y="6136606"/>
            <a:ext cx="0" cy="22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 name="Textfeld 1">
            <a:extLst>
              <a:ext uri="{FF2B5EF4-FFF2-40B4-BE49-F238E27FC236}">
                <a16:creationId xmlns:a16="http://schemas.microsoft.com/office/drawing/2014/main" id="{1E52035F-2164-7ACF-A77E-208DC27E938B}"/>
              </a:ext>
            </a:extLst>
          </p:cNvPr>
          <p:cNvSpPr txBox="1"/>
          <p:nvPr userDrawn="1"/>
        </p:nvSpPr>
        <p:spPr>
          <a:xfrm rot="-2700000">
            <a:off x="-2811376" y="15435356"/>
            <a:ext cx="26781053" cy="4601260"/>
          </a:xfrm>
          <a:prstGeom prst="rect">
            <a:avLst/>
          </a:prstGeom>
          <a:noFill/>
        </p:spPr>
        <p:txBody>
          <a:bodyPr wrap="square" rtlCol="0">
            <a:spAutoFit/>
          </a:bodyPr>
          <a:lstStyle/>
          <a:p>
            <a:pPr algn="ctr"/>
            <a:r>
              <a:rPr lang="en-GB" sz="17300" b="0" i="0" noProof="0" dirty="0">
                <a:solidFill>
                  <a:schemeClr val="bg1">
                    <a:lumMod val="6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Design Positioning Helper</a:t>
            </a:r>
          </a:p>
          <a:p>
            <a:pPr algn="ctr"/>
            <a:r>
              <a:rPr lang="en-GB" sz="12000" noProof="0" dirty="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t>Do not use for final Presentation.</a:t>
            </a:r>
          </a:p>
        </p:txBody>
      </p:sp>
      <p:sp>
        <p:nvSpPr>
          <p:cNvPr id="3" name="Textfeld 2">
            <a:extLst>
              <a:ext uri="{FF2B5EF4-FFF2-40B4-BE49-F238E27FC236}">
                <a16:creationId xmlns:a16="http://schemas.microsoft.com/office/drawing/2014/main" id="{8DA8D2D4-9EC1-F488-5860-01741A888018}"/>
              </a:ext>
            </a:extLst>
          </p:cNvPr>
          <p:cNvSpPr txBox="1"/>
          <p:nvPr userDrawn="1"/>
        </p:nvSpPr>
        <p:spPr>
          <a:xfrm>
            <a:off x="10088859" y="28690399"/>
            <a:ext cx="8408677" cy="1323439"/>
          </a:xfrm>
          <a:prstGeom prst="rect">
            <a:avLst/>
          </a:prstGeom>
          <a:noFill/>
        </p:spPr>
        <p:txBody>
          <a:bodyPr wrap="square" rtlCol="0">
            <a:spAutoFit/>
          </a:bodyPr>
          <a:lstStyle/>
          <a:p>
            <a:pPr algn="ctr"/>
            <a:r>
              <a:rPr lang="en-GB" sz="4000" b="0" i="0" noProof="0" dirty="0">
                <a:solidFill>
                  <a:schemeClr val="bg1">
                    <a:lumMod val="6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Design Positioning Helper</a:t>
            </a:r>
          </a:p>
          <a:p>
            <a:pPr algn="ctr"/>
            <a:r>
              <a:rPr lang="en-GB" sz="4000" noProof="0" dirty="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t>Do not use for final Presentation.</a:t>
            </a:r>
          </a:p>
        </p:txBody>
      </p:sp>
    </p:spTree>
    <p:extLst>
      <p:ext uri="{BB962C8B-B14F-4D97-AF65-F5344CB8AC3E}">
        <p14:creationId xmlns:p14="http://schemas.microsoft.com/office/powerpoint/2010/main" val="1534957776"/>
      </p:ext>
    </p:extLst>
  </p:cSld>
  <p:clrMapOvr>
    <a:masterClrMapping/>
  </p:clrMapOvr>
  <p:extLst>
    <p:ext uri="{DCECCB84-F9BA-43D5-87BE-67443E8EF086}">
      <p15:sldGuideLst xmlns:p15="http://schemas.microsoft.com/office/powerpoint/2012/main">
        <p15:guide id="1" orient="horz" pos="9535">
          <p15:clr>
            <a:srgbClr val="FBAE40"/>
          </p15:clr>
        </p15:guide>
        <p15:guide id="2" pos="673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747373"/>
      </p:ext>
    </p:extLst>
  </p:cSld>
  <p:clrMap bg1="lt1" tx1="dk1" bg2="lt2" tx2="dk2" accent1="accent1" accent2="accent2" accent3="accent3" accent4="accent4" accent5="accent5" accent6="accent6" hlink="hlink" folHlink="folHlink"/>
  <p:sldLayoutIdLst>
    <p:sldLayoutId id="2147483661" r:id="rId1"/>
    <p:sldLayoutId id="2147483665" r:id="rId2"/>
    <p:sldLayoutId id="2147483664" r:id="rId3"/>
  </p:sldLayoutIdLst>
  <p:txStyles>
    <p:titleStyle>
      <a:lvl1pPr algn="ctr" defTabSz="2138324" rtl="0" eaLnBrk="1" latinLnBrk="0" hangingPunct="1">
        <a:lnSpc>
          <a:spcPct val="90000"/>
        </a:lnSpc>
        <a:spcBef>
          <a:spcPct val="0"/>
        </a:spcBef>
        <a:buNone/>
        <a:defRPr sz="4800" kern="1200">
          <a:solidFill>
            <a:schemeClr val="tx1"/>
          </a:solidFill>
          <a:latin typeface="Arial" panose="020B0604020202020204" pitchFamily="34" charset="0"/>
          <a:ea typeface="+mj-ea"/>
          <a:cs typeface="Arial" panose="020B0604020202020204" pitchFamily="34" charset="0"/>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1069162" indent="0" algn="l" defTabSz="2138324" rtl="0" eaLnBrk="1" latinLnBrk="0" hangingPunct="1">
        <a:lnSpc>
          <a:spcPct val="90000"/>
        </a:lnSpc>
        <a:spcBef>
          <a:spcPts val="1169"/>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2pPr>
      <a:lvl3pPr marL="2672906" indent="-534581" algn="l" defTabSz="2138324" rtl="0" eaLnBrk="1" latinLnBrk="0" hangingPunct="1">
        <a:lnSpc>
          <a:spcPct val="90000"/>
        </a:lnSpc>
        <a:spcBef>
          <a:spcPts val="1169"/>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3742068" indent="-534581" algn="l" defTabSz="2138324" rtl="0" eaLnBrk="1" latinLnBrk="0" hangingPunct="1">
        <a:lnSpc>
          <a:spcPct val="90000"/>
        </a:lnSpc>
        <a:spcBef>
          <a:spcPts val="1169"/>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4pPr>
      <a:lvl5pPr marL="4811230" indent="-534581" algn="l" defTabSz="2138324" rtl="0" eaLnBrk="1" latinLnBrk="0" hangingPunct="1">
        <a:lnSpc>
          <a:spcPct val="90000"/>
        </a:lnSpc>
        <a:spcBef>
          <a:spcPts val="1169"/>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
            <a:extLst>
              <a:ext uri="{FF2B5EF4-FFF2-40B4-BE49-F238E27FC236}">
                <a16:creationId xmlns:a16="http://schemas.microsoft.com/office/drawing/2014/main" id="{8108CAC1-A1C7-4F6A-E594-3F5AF35F1EEC}"/>
              </a:ext>
            </a:extLst>
          </p:cNvPr>
          <p:cNvSpPr txBox="1">
            <a:spLocks/>
          </p:cNvSpPr>
          <p:nvPr/>
        </p:nvSpPr>
        <p:spPr>
          <a:xfrm>
            <a:off x="1330325" y="14720679"/>
            <a:ext cx="5760000" cy="9450076"/>
          </a:xfrm>
          <a:prstGeom prst="rect">
            <a:avLst/>
          </a:prstGeom>
          <a:solidFill>
            <a:schemeClr val="bg1">
              <a:lumMod val="95000"/>
            </a:schemeClr>
          </a:solidFill>
        </p:spPr>
        <p:txBody>
          <a:bodyPr vert="horz" lIns="360000" tIns="360000" rIns="360000" bIns="360000" numCol="1" rtlCol="0">
            <a:noAutofit/>
          </a:bodyPr>
          <a:lstStyle>
            <a:defPPr>
              <a:defRPr lang="en-US"/>
            </a:defPPr>
            <a:lvl1pPr indent="0" algn="just" defTabSz="895518">
              <a:lnSpc>
                <a:spcPct val="90000"/>
              </a:lnSpc>
              <a:spcBef>
                <a:spcPct val="50000"/>
              </a:spcBef>
              <a:buFont typeface="Arial" panose="020B0604020202020204" pitchFamily="34" charset="0"/>
              <a:buNone/>
              <a:defRPr sz="2000" b="0" i="0">
                <a:solidFill>
                  <a:srgbClr val="000000"/>
                </a:solidFill>
                <a:effectLst/>
                <a:latin typeface="Arial" panose="020B0604020202020204" pitchFamily="34" charset="0"/>
                <a:cs typeface="Arial" panose="020B0604020202020204" pitchFamily="34" charset="0"/>
              </a:defRPr>
            </a:lvl1pPr>
            <a:lvl2pPr marL="1069162" indent="0" algn="ctr" defTabSz="2138324">
              <a:lnSpc>
                <a:spcPct val="90000"/>
              </a:lnSpc>
              <a:spcBef>
                <a:spcPts val="1169"/>
              </a:spcBef>
              <a:buFont typeface="Arial" panose="020B0604020202020204" pitchFamily="34" charset="0"/>
              <a:buNone/>
              <a:defRPr sz="4677">
                <a:latin typeface="Arial" panose="020B0604020202020204" pitchFamily="34" charset="0"/>
                <a:cs typeface="Arial" panose="020B0604020202020204" pitchFamily="34" charset="0"/>
              </a:defRPr>
            </a:lvl2pPr>
            <a:lvl3pPr marL="2138324" indent="0" algn="ctr" defTabSz="2138324">
              <a:lnSpc>
                <a:spcPct val="90000"/>
              </a:lnSpc>
              <a:spcBef>
                <a:spcPts val="1169"/>
              </a:spcBef>
              <a:buFont typeface="Arial" panose="020B0604020202020204" pitchFamily="34" charset="0"/>
              <a:buNone/>
              <a:defRPr sz="4209">
                <a:latin typeface="Arial" panose="020B0604020202020204" pitchFamily="34" charset="0"/>
                <a:cs typeface="Arial" panose="020B0604020202020204" pitchFamily="34" charset="0"/>
              </a:defRPr>
            </a:lvl3pPr>
            <a:lvl4pPr marL="3207487"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4pPr>
            <a:lvl5pPr marL="4276649"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5pPr>
            <a:lvl6pPr marL="5345811" indent="0" algn="ctr" defTabSz="2138324">
              <a:lnSpc>
                <a:spcPct val="90000"/>
              </a:lnSpc>
              <a:spcBef>
                <a:spcPts val="1169"/>
              </a:spcBef>
              <a:buFont typeface="Arial" panose="020B0604020202020204" pitchFamily="34" charset="0"/>
              <a:buNone/>
              <a:defRPr sz="3742"/>
            </a:lvl6pPr>
            <a:lvl7pPr marL="6414973" indent="0" algn="ctr" defTabSz="2138324">
              <a:lnSpc>
                <a:spcPct val="90000"/>
              </a:lnSpc>
              <a:spcBef>
                <a:spcPts val="1169"/>
              </a:spcBef>
              <a:buFont typeface="Arial" panose="020B0604020202020204" pitchFamily="34" charset="0"/>
              <a:buNone/>
              <a:defRPr sz="3742"/>
            </a:lvl7pPr>
            <a:lvl8pPr marL="7484135" indent="0" algn="ctr" defTabSz="2138324">
              <a:lnSpc>
                <a:spcPct val="90000"/>
              </a:lnSpc>
              <a:spcBef>
                <a:spcPts val="1169"/>
              </a:spcBef>
              <a:buFont typeface="Arial" panose="020B0604020202020204" pitchFamily="34" charset="0"/>
              <a:buNone/>
              <a:defRPr sz="3742"/>
            </a:lvl8pPr>
            <a:lvl9pPr marL="8553298" indent="0" algn="ctr" defTabSz="2138324">
              <a:lnSpc>
                <a:spcPct val="90000"/>
              </a:lnSpc>
              <a:spcBef>
                <a:spcPts val="1169"/>
              </a:spcBef>
              <a:buFont typeface="Arial" panose="020B0604020202020204" pitchFamily="34" charset="0"/>
              <a:buNone/>
              <a:defRPr sz="3742"/>
            </a:lvl9pPr>
          </a:lstStyle>
          <a:p>
            <a:r>
              <a:rPr lang="de-DE" dirty="0" err="1"/>
              <a:t>Pellentesque</a:t>
            </a:r>
            <a:r>
              <a:rPr lang="de-DE" dirty="0"/>
              <a:t> </a:t>
            </a:r>
            <a:r>
              <a:rPr lang="de-DE" dirty="0" err="1"/>
              <a:t>ut</a:t>
            </a:r>
            <a:r>
              <a:rPr lang="de-DE" dirty="0"/>
              <a:t> commodo </a:t>
            </a:r>
            <a:r>
              <a:rPr lang="de-DE" dirty="0" err="1"/>
              <a:t>arcu</a:t>
            </a:r>
            <a:r>
              <a:rPr lang="de-DE" dirty="0"/>
              <a:t>. Morbi </a:t>
            </a:r>
            <a:r>
              <a:rPr lang="de-DE" dirty="0" err="1"/>
              <a:t>euismod</a:t>
            </a:r>
            <a:r>
              <a:rPr lang="de-DE" dirty="0"/>
              <a:t>, magna </a:t>
            </a:r>
            <a:r>
              <a:rPr lang="de-DE" dirty="0" err="1"/>
              <a:t>sit</a:t>
            </a:r>
            <a:r>
              <a:rPr lang="de-DE" dirty="0"/>
              <a:t> </a:t>
            </a:r>
            <a:r>
              <a:rPr lang="de-DE" dirty="0" err="1"/>
              <a:t>amet</a:t>
            </a:r>
            <a:r>
              <a:rPr lang="de-DE" dirty="0"/>
              <a:t> </a:t>
            </a:r>
            <a:r>
              <a:rPr lang="de-DE" dirty="0" err="1"/>
              <a:t>tempus</a:t>
            </a:r>
            <a:r>
              <a:rPr lang="de-DE" dirty="0"/>
              <a:t> </a:t>
            </a:r>
            <a:r>
              <a:rPr lang="de-DE" dirty="0" err="1"/>
              <a:t>mattis</a:t>
            </a:r>
            <a:r>
              <a:rPr lang="de-DE" dirty="0"/>
              <a:t>, </a:t>
            </a:r>
            <a:r>
              <a:rPr lang="de-DE" dirty="0" err="1"/>
              <a:t>eros</a:t>
            </a:r>
            <a:r>
              <a:rPr lang="de-DE" dirty="0"/>
              <a:t> </a:t>
            </a:r>
            <a:r>
              <a:rPr lang="de-DE" dirty="0" err="1"/>
              <a:t>tortor</a:t>
            </a:r>
            <a:r>
              <a:rPr lang="de-DE" dirty="0"/>
              <a:t> </a:t>
            </a:r>
            <a:r>
              <a:rPr lang="de-DE" dirty="0" err="1"/>
              <a:t>suscipit</a:t>
            </a:r>
            <a:r>
              <a:rPr lang="de-DE" dirty="0"/>
              <a:t> </a:t>
            </a:r>
            <a:r>
              <a:rPr lang="de-DE" dirty="0" err="1"/>
              <a:t>dui</a:t>
            </a:r>
            <a:r>
              <a:rPr lang="de-DE" dirty="0"/>
              <a:t>, </a:t>
            </a:r>
            <a:r>
              <a:rPr lang="de-DE" dirty="0" err="1"/>
              <a:t>id</a:t>
            </a:r>
            <a:r>
              <a:rPr lang="de-DE" dirty="0"/>
              <a:t> </a:t>
            </a:r>
            <a:r>
              <a:rPr lang="de-DE" dirty="0" err="1"/>
              <a:t>lacinia</a:t>
            </a:r>
            <a:r>
              <a:rPr lang="de-DE" dirty="0"/>
              <a:t> </a:t>
            </a:r>
            <a:r>
              <a:rPr lang="de-DE" dirty="0" err="1"/>
              <a:t>velit</a:t>
            </a:r>
            <a:r>
              <a:rPr lang="de-DE" dirty="0"/>
              <a:t> </a:t>
            </a:r>
            <a:r>
              <a:rPr lang="de-DE" dirty="0" err="1"/>
              <a:t>ipsum</a:t>
            </a:r>
            <a:r>
              <a:rPr lang="de-DE" dirty="0"/>
              <a:t> </a:t>
            </a:r>
            <a:r>
              <a:rPr lang="de-DE" dirty="0" err="1"/>
              <a:t>quis</a:t>
            </a:r>
            <a:r>
              <a:rPr lang="de-DE" dirty="0"/>
              <a:t> </a:t>
            </a:r>
            <a:r>
              <a:rPr lang="de-DE" dirty="0" err="1"/>
              <a:t>tortor</a:t>
            </a:r>
            <a:r>
              <a:rPr lang="de-DE" dirty="0"/>
              <a:t>. In </a:t>
            </a:r>
            <a:r>
              <a:rPr lang="de-DE" dirty="0" err="1"/>
              <a:t>varius</a:t>
            </a:r>
            <a:r>
              <a:rPr lang="de-DE" dirty="0"/>
              <a:t> </a:t>
            </a:r>
            <a:r>
              <a:rPr lang="de-DE" dirty="0" err="1"/>
              <a:t>metus</a:t>
            </a:r>
            <a:r>
              <a:rPr lang="de-DE" dirty="0"/>
              <a:t> </a:t>
            </a:r>
            <a:r>
              <a:rPr lang="de-DE" dirty="0" err="1"/>
              <a:t>est</a:t>
            </a:r>
            <a:r>
              <a:rPr lang="de-DE" dirty="0"/>
              <a:t>, a </a:t>
            </a:r>
            <a:r>
              <a:rPr lang="de-DE" dirty="0" err="1"/>
              <a:t>vulputate</a:t>
            </a:r>
            <a:r>
              <a:rPr lang="de-DE" dirty="0"/>
              <a:t> </a:t>
            </a:r>
            <a:r>
              <a:rPr lang="de-DE" dirty="0" err="1"/>
              <a:t>urna</a:t>
            </a:r>
            <a:r>
              <a:rPr lang="de-DE" dirty="0"/>
              <a:t> </a:t>
            </a:r>
            <a:r>
              <a:rPr lang="de-DE" dirty="0" err="1"/>
              <a:t>laoreet</a:t>
            </a:r>
            <a:r>
              <a:rPr lang="de-DE" dirty="0"/>
              <a:t> et. </a:t>
            </a:r>
            <a:r>
              <a:rPr lang="de-DE" dirty="0" err="1"/>
              <a:t>Etiam</a:t>
            </a:r>
            <a:r>
              <a:rPr lang="de-DE" dirty="0"/>
              <a:t> </a:t>
            </a:r>
            <a:r>
              <a:rPr lang="de-DE" dirty="0" err="1"/>
              <a:t>scelerisque</a:t>
            </a:r>
            <a:r>
              <a:rPr lang="de-DE" dirty="0"/>
              <a:t> </a:t>
            </a:r>
            <a:r>
              <a:rPr lang="de-DE" dirty="0" err="1"/>
              <a:t>euismod</a:t>
            </a:r>
            <a:r>
              <a:rPr lang="de-DE" dirty="0"/>
              <a:t> </a:t>
            </a:r>
            <a:r>
              <a:rPr lang="de-DE" dirty="0" err="1"/>
              <a:t>blandit</a:t>
            </a:r>
            <a:r>
              <a:rPr lang="de-DE" dirty="0"/>
              <a:t>. Duis </a:t>
            </a:r>
            <a:r>
              <a:rPr lang="de-DE" dirty="0" err="1"/>
              <a:t>mauris</a:t>
            </a:r>
            <a:r>
              <a:rPr lang="de-DE" dirty="0"/>
              <a:t> </a:t>
            </a:r>
            <a:r>
              <a:rPr lang="de-DE" dirty="0" err="1"/>
              <a:t>felis</a:t>
            </a:r>
            <a:r>
              <a:rPr lang="de-DE" dirty="0"/>
              <a:t>, </a:t>
            </a:r>
            <a:r>
              <a:rPr lang="de-DE" dirty="0" err="1"/>
              <a:t>faucibus</a:t>
            </a:r>
            <a:r>
              <a:rPr lang="de-DE" dirty="0"/>
              <a:t> </a:t>
            </a:r>
            <a:r>
              <a:rPr lang="de-DE" dirty="0" err="1"/>
              <a:t>eget</a:t>
            </a:r>
            <a:r>
              <a:rPr lang="de-DE" dirty="0"/>
              <a:t> </a:t>
            </a:r>
            <a:r>
              <a:rPr lang="de-DE" dirty="0" err="1"/>
              <a:t>ligula</a:t>
            </a:r>
            <a:r>
              <a:rPr lang="de-DE" dirty="0"/>
              <a:t> </a:t>
            </a:r>
            <a:r>
              <a:rPr lang="de-DE" dirty="0" err="1"/>
              <a:t>eget</a:t>
            </a:r>
            <a:r>
              <a:rPr lang="de-DE" dirty="0"/>
              <a:t>, </a:t>
            </a:r>
            <a:r>
              <a:rPr lang="de-DE" dirty="0" err="1"/>
              <a:t>volutpat</a:t>
            </a:r>
            <a:r>
              <a:rPr lang="de-DE" dirty="0"/>
              <a:t> </a:t>
            </a:r>
            <a:r>
              <a:rPr lang="de-DE" dirty="0" err="1"/>
              <a:t>sodales</a:t>
            </a:r>
            <a:r>
              <a:rPr lang="de-DE" dirty="0"/>
              <a:t> ante. </a:t>
            </a:r>
            <a:r>
              <a:rPr lang="de-DE" dirty="0" err="1"/>
              <a:t>Pellentesque</a:t>
            </a:r>
            <a:r>
              <a:rPr lang="de-DE" dirty="0"/>
              <a:t> </a:t>
            </a:r>
            <a:r>
              <a:rPr lang="de-DE" dirty="0" err="1"/>
              <a:t>pharetra</a:t>
            </a:r>
            <a:r>
              <a:rPr lang="de-DE" dirty="0"/>
              <a:t> </a:t>
            </a:r>
            <a:r>
              <a:rPr lang="de-DE" dirty="0" err="1"/>
              <a:t>vehicula</a:t>
            </a:r>
            <a:r>
              <a:rPr lang="de-DE" dirty="0"/>
              <a:t> </a:t>
            </a:r>
            <a:r>
              <a:rPr lang="de-DE" dirty="0" err="1"/>
              <a:t>dapibus</a:t>
            </a:r>
            <a:r>
              <a:rPr lang="de-DE" dirty="0"/>
              <a:t>. </a:t>
            </a:r>
            <a:r>
              <a:rPr lang="de-DE" dirty="0" err="1"/>
              <a:t>Cras</a:t>
            </a:r>
            <a:r>
              <a:rPr lang="de-DE" dirty="0"/>
              <a:t> </a:t>
            </a:r>
            <a:r>
              <a:rPr lang="de-DE" dirty="0" err="1"/>
              <a:t>eget</a:t>
            </a:r>
            <a:r>
              <a:rPr lang="de-DE" dirty="0"/>
              <a:t> </a:t>
            </a:r>
            <a:r>
              <a:rPr lang="de-DE" dirty="0" err="1"/>
              <a:t>auctor</a:t>
            </a:r>
            <a:r>
              <a:rPr lang="de-DE" dirty="0"/>
              <a:t> est. In </a:t>
            </a:r>
            <a:r>
              <a:rPr lang="de-DE" dirty="0" err="1"/>
              <a:t>congue</a:t>
            </a:r>
            <a:r>
              <a:rPr lang="de-DE" dirty="0"/>
              <a:t> </a:t>
            </a:r>
            <a:r>
              <a:rPr lang="de-DE" dirty="0" err="1"/>
              <a:t>elit</a:t>
            </a:r>
            <a:r>
              <a:rPr lang="de-DE" dirty="0"/>
              <a:t> </a:t>
            </a:r>
            <a:r>
              <a:rPr lang="de-DE" dirty="0" err="1"/>
              <a:t>ut</a:t>
            </a:r>
            <a:r>
              <a:rPr lang="de-DE" dirty="0"/>
              <a:t> </a:t>
            </a:r>
            <a:r>
              <a:rPr lang="de-DE" dirty="0" err="1"/>
              <a:t>interdum</a:t>
            </a:r>
            <a:r>
              <a:rPr lang="de-DE" dirty="0"/>
              <a:t> commodo. </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dirty="0" err="1"/>
              <a:t>Nunc</a:t>
            </a:r>
            <a:r>
              <a:rPr lang="de-DE" dirty="0"/>
              <a:t> </a:t>
            </a:r>
            <a:r>
              <a:rPr lang="de-DE" dirty="0" err="1"/>
              <a:t>ultrices</a:t>
            </a:r>
            <a:r>
              <a:rPr lang="de-DE" dirty="0"/>
              <a:t> </a:t>
            </a:r>
            <a:r>
              <a:rPr lang="de-DE" dirty="0" err="1"/>
              <a:t>augue</a:t>
            </a:r>
            <a:r>
              <a:rPr lang="de-DE" dirty="0"/>
              <a:t> sed </a:t>
            </a:r>
            <a:r>
              <a:rPr lang="de-DE" dirty="0" err="1"/>
              <a:t>diam</a:t>
            </a:r>
            <a:r>
              <a:rPr lang="de-DE" dirty="0"/>
              <a:t> </a:t>
            </a:r>
            <a:r>
              <a:rPr lang="de-DE" dirty="0" err="1"/>
              <a:t>dignissim</a:t>
            </a:r>
            <a:r>
              <a:rPr lang="de-DE" dirty="0"/>
              <a:t> </a:t>
            </a:r>
            <a:r>
              <a:rPr lang="de-DE" dirty="0" err="1"/>
              <a:t>finibus</a:t>
            </a:r>
            <a:r>
              <a:rPr lang="de-DE" dirty="0"/>
              <a:t>. </a:t>
            </a:r>
            <a:r>
              <a:rPr lang="de-DE" dirty="0" err="1"/>
              <a:t>Donec</a:t>
            </a:r>
            <a:r>
              <a:rPr lang="de-DE" dirty="0"/>
              <a:t> et </a:t>
            </a:r>
            <a:r>
              <a:rPr lang="de-DE" dirty="0" err="1"/>
              <a:t>tristique</a:t>
            </a:r>
            <a:r>
              <a:rPr lang="de-DE" dirty="0"/>
              <a:t> </a:t>
            </a:r>
            <a:r>
              <a:rPr lang="de-DE" dirty="0" err="1"/>
              <a:t>risus</a:t>
            </a:r>
            <a:r>
              <a:rPr lang="de-DE" dirty="0"/>
              <a:t>, maximus </a:t>
            </a:r>
            <a:r>
              <a:rPr lang="de-DE" dirty="0" err="1"/>
              <a:t>scelerisque</a:t>
            </a:r>
            <a:r>
              <a:rPr lang="de-DE" dirty="0"/>
              <a:t> </a:t>
            </a:r>
            <a:r>
              <a:rPr lang="de-DE" dirty="0" err="1"/>
              <a:t>dolor</a:t>
            </a:r>
            <a:r>
              <a:rPr lang="de-DE" dirty="0"/>
              <a:t>. </a:t>
            </a:r>
            <a:r>
              <a:rPr lang="de-DE" dirty="0" err="1"/>
              <a:t>Nunc</a:t>
            </a:r>
            <a:r>
              <a:rPr lang="de-DE" dirty="0"/>
              <a:t> (Abb.1) </a:t>
            </a:r>
            <a:r>
              <a:rPr lang="de-DE" dirty="0" err="1"/>
              <a:t>tempus</a:t>
            </a:r>
            <a:r>
              <a:rPr lang="de-DE" dirty="0"/>
              <a:t> </a:t>
            </a:r>
            <a:r>
              <a:rPr lang="de-DE" dirty="0" err="1"/>
              <a:t>suscipit</a:t>
            </a:r>
            <a:r>
              <a:rPr lang="de-DE" dirty="0"/>
              <a:t> </a:t>
            </a:r>
            <a:r>
              <a:rPr lang="de-DE" dirty="0" err="1"/>
              <a:t>urna</a:t>
            </a:r>
            <a:r>
              <a:rPr lang="de-DE" dirty="0"/>
              <a:t>. </a:t>
            </a:r>
            <a:r>
              <a:rPr lang="de-DE" dirty="0" err="1"/>
              <a:t>Nullam</a:t>
            </a:r>
            <a:r>
              <a:rPr lang="de-DE" dirty="0"/>
              <a:t> </a:t>
            </a:r>
            <a:r>
              <a:rPr lang="de-DE" dirty="0" err="1"/>
              <a:t>volutpat</a:t>
            </a:r>
            <a:r>
              <a:rPr lang="de-DE" dirty="0"/>
              <a:t>, </a:t>
            </a:r>
            <a:r>
              <a:rPr lang="de-DE" dirty="0" err="1"/>
              <a:t>lacus</a:t>
            </a:r>
            <a:r>
              <a:rPr lang="de-DE" dirty="0"/>
              <a:t> </a:t>
            </a:r>
            <a:r>
              <a:rPr lang="de-DE" dirty="0" err="1"/>
              <a:t>ut</a:t>
            </a:r>
            <a:r>
              <a:rPr lang="de-DE" dirty="0"/>
              <a:t> </a:t>
            </a:r>
            <a:r>
              <a:rPr lang="de-DE" dirty="0" err="1"/>
              <a:t>aliquet</a:t>
            </a:r>
            <a:r>
              <a:rPr lang="de-DE" dirty="0"/>
              <a:t> </a:t>
            </a:r>
            <a:r>
              <a:rPr lang="de-DE" dirty="0" err="1"/>
              <a:t>lacinia</a:t>
            </a:r>
            <a:r>
              <a:rPr lang="de-DE" dirty="0"/>
              <a:t>, </a:t>
            </a:r>
            <a:r>
              <a:rPr lang="de-DE" dirty="0" err="1"/>
              <a:t>massa</a:t>
            </a:r>
            <a:r>
              <a:rPr lang="de-DE" dirty="0"/>
              <a:t> nisi </a:t>
            </a:r>
            <a:r>
              <a:rPr lang="de-DE" dirty="0" err="1"/>
              <a:t>eleifend</a:t>
            </a:r>
            <a:r>
              <a:rPr lang="de-DE" dirty="0"/>
              <a:t> </a:t>
            </a:r>
            <a:r>
              <a:rPr lang="de-DE" dirty="0" err="1"/>
              <a:t>dolor</a:t>
            </a:r>
            <a:r>
              <a:rPr lang="de-DE" dirty="0"/>
              <a:t>, et </a:t>
            </a:r>
            <a:r>
              <a:rPr lang="de-DE" dirty="0" err="1"/>
              <a:t>tempor</a:t>
            </a:r>
            <a:r>
              <a:rPr lang="de-DE" dirty="0"/>
              <a:t> magna </a:t>
            </a:r>
            <a:r>
              <a:rPr lang="de-DE" dirty="0" err="1"/>
              <a:t>elit</a:t>
            </a:r>
            <a:r>
              <a:rPr lang="de-DE" dirty="0"/>
              <a:t> </a:t>
            </a:r>
            <a:r>
              <a:rPr lang="de-DE" dirty="0" err="1"/>
              <a:t>vitae</a:t>
            </a:r>
            <a:r>
              <a:rPr lang="de-DE" dirty="0"/>
              <a:t> </a:t>
            </a:r>
            <a:r>
              <a:rPr lang="de-DE" dirty="0" err="1"/>
              <a:t>lorem</a:t>
            </a:r>
            <a:r>
              <a:rPr lang="de-DE" dirty="0"/>
              <a:t>.</a:t>
            </a:r>
          </a:p>
        </p:txBody>
      </p:sp>
      <p:sp>
        <p:nvSpPr>
          <p:cNvPr id="34" name="Rechteck 33">
            <a:extLst>
              <a:ext uri="{FF2B5EF4-FFF2-40B4-BE49-F238E27FC236}">
                <a16:creationId xmlns:a16="http://schemas.microsoft.com/office/drawing/2014/main" id="{EE5B11BA-08F6-43A1-BCFA-2536EAD0ADB5}"/>
              </a:ext>
            </a:extLst>
          </p:cNvPr>
          <p:cNvSpPr/>
          <p:nvPr/>
        </p:nvSpPr>
        <p:spPr>
          <a:xfrm>
            <a:off x="1715116" y="18080011"/>
            <a:ext cx="5040000" cy="3158694"/>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AD77D4D7-60F0-A9F5-86F7-FBA9F5142488}"/>
                  </a:ext>
                </a:extLst>
              </p:cNvPr>
              <p:cNvSpPr txBox="1">
                <a:spLocks/>
              </p:cNvSpPr>
              <p:nvPr/>
            </p:nvSpPr>
            <p:spPr>
              <a:xfrm>
                <a:off x="7811812" y="6133931"/>
                <a:ext cx="5760000" cy="10290403"/>
              </a:xfrm>
              <a:prstGeom prst="rect">
                <a:avLst/>
              </a:prstGeom>
              <a:solidFill>
                <a:schemeClr val="bg1">
                  <a:lumMod val="95000"/>
                </a:schemeClr>
              </a:solidFill>
            </p:spPr>
            <p:txBody>
              <a:bodyPr vert="horz" lIns="360000" tIns="360000" rIns="360000" bIns="360000" numCol="1" rtlCol="0">
                <a:noAutofit/>
              </a:bodyPr>
              <a:lstStyle>
                <a:defPPr>
                  <a:defRPr lang="en-US"/>
                </a:defPPr>
                <a:lvl1pPr indent="0" defTabSz="895518">
                  <a:lnSpc>
                    <a:spcPct val="90000"/>
                  </a:lnSpc>
                  <a:spcBef>
                    <a:spcPct val="50000"/>
                  </a:spcBef>
                  <a:buFont typeface="Arial" panose="020B0604020202020204" pitchFamily="34" charset="0"/>
                  <a:buNone/>
                  <a:defRPr sz="2000">
                    <a:latin typeface="Arial" pitchFamily="34" charset="0"/>
                    <a:cs typeface="Arial" panose="020B0604020202020204" pitchFamily="34" charset="0"/>
                  </a:defRPr>
                </a:lvl1pPr>
                <a:lvl2pPr marL="1069162" indent="0" algn="ctr" defTabSz="2138324">
                  <a:lnSpc>
                    <a:spcPct val="90000"/>
                  </a:lnSpc>
                  <a:spcBef>
                    <a:spcPts val="1169"/>
                  </a:spcBef>
                  <a:buFont typeface="Arial" panose="020B0604020202020204" pitchFamily="34" charset="0"/>
                  <a:buNone/>
                  <a:defRPr sz="4677">
                    <a:latin typeface="Arial" panose="020B0604020202020204" pitchFamily="34" charset="0"/>
                    <a:cs typeface="Arial" panose="020B0604020202020204" pitchFamily="34" charset="0"/>
                  </a:defRPr>
                </a:lvl2pPr>
                <a:lvl3pPr marL="2138324" indent="0" algn="ctr" defTabSz="2138324">
                  <a:lnSpc>
                    <a:spcPct val="90000"/>
                  </a:lnSpc>
                  <a:spcBef>
                    <a:spcPts val="1169"/>
                  </a:spcBef>
                  <a:buFont typeface="Arial" panose="020B0604020202020204" pitchFamily="34" charset="0"/>
                  <a:buNone/>
                  <a:defRPr sz="4209">
                    <a:latin typeface="Arial" panose="020B0604020202020204" pitchFamily="34" charset="0"/>
                    <a:cs typeface="Arial" panose="020B0604020202020204" pitchFamily="34" charset="0"/>
                  </a:defRPr>
                </a:lvl3pPr>
                <a:lvl4pPr marL="3207487"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4pPr>
                <a:lvl5pPr marL="4276649"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5pPr>
                <a:lvl6pPr marL="5345811" indent="0" algn="ctr" defTabSz="2138324">
                  <a:lnSpc>
                    <a:spcPct val="90000"/>
                  </a:lnSpc>
                  <a:spcBef>
                    <a:spcPts val="1169"/>
                  </a:spcBef>
                  <a:buFont typeface="Arial" panose="020B0604020202020204" pitchFamily="34" charset="0"/>
                  <a:buNone/>
                  <a:defRPr sz="3742"/>
                </a:lvl6pPr>
                <a:lvl7pPr marL="6414973" indent="0" algn="ctr" defTabSz="2138324">
                  <a:lnSpc>
                    <a:spcPct val="90000"/>
                  </a:lnSpc>
                  <a:spcBef>
                    <a:spcPts val="1169"/>
                  </a:spcBef>
                  <a:buFont typeface="Arial" panose="020B0604020202020204" pitchFamily="34" charset="0"/>
                  <a:buNone/>
                  <a:defRPr sz="3742"/>
                </a:lvl7pPr>
                <a:lvl8pPr marL="7484135" indent="0" algn="ctr" defTabSz="2138324">
                  <a:lnSpc>
                    <a:spcPct val="90000"/>
                  </a:lnSpc>
                  <a:spcBef>
                    <a:spcPts val="1169"/>
                  </a:spcBef>
                  <a:buFont typeface="Arial" panose="020B0604020202020204" pitchFamily="34" charset="0"/>
                  <a:buNone/>
                  <a:defRPr sz="3742"/>
                </a:lvl8pPr>
                <a:lvl9pPr marL="8553298" indent="0" algn="ctr" defTabSz="2138324">
                  <a:lnSpc>
                    <a:spcPct val="90000"/>
                  </a:lnSpc>
                  <a:spcBef>
                    <a:spcPts val="1169"/>
                  </a:spcBef>
                  <a:buFont typeface="Arial" panose="020B0604020202020204" pitchFamily="34" charset="0"/>
                  <a:buNone/>
                  <a:defRPr sz="3742"/>
                </a:lvl9pPr>
              </a:lstStyle>
              <a:p>
                <a:pPr algn="just"/>
                <a:r>
                  <a:rPr lang="de-DE" sz="2000" b="0" i="0" dirty="0">
                    <a:solidFill>
                      <a:srgbClr val="000000"/>
                    </a:solidFill>
                    <a:effectLst/>
                  </a:rPr>
                  <a:t>eget </a:t>
                </a:r>
                <a:r>
                  <a:rPr lang="de-DE" sz="2000" b="0" i="0" dirty="0" err="1">
                    <a:solidFill>
                      <a:srgbClr val="000000"/>
                    </a:solidFill>
                    <a:effectLst/>
                  </a:rPr>
                  <a:t>tellus</a:t>
                </a:r>
                <a:r>
                  <a:rPr lang="de-DE" sz="2000" b="0" i="0" dirty="0">
                    <a:solidFill>
                      <a:srgbClr val="000000"/>
                    </a:solidFill>
                    <a:effectLst/>
                  </a:rPr>
                  <a:t>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mattis</a:t>
                </a:r>
                <a:r>
                  <a:rPr lang="de-DE" sz="2000" b="0" i="0" dirty="0">
                    <a:solidFill>
                      <a:srgbClr val="000000"/>
                    </a:solidFill>
                    <a:effectLst/>
                  </a:rPr>
                  <a:t> quam non, </a:t>
                </a:r>
                <a:r>
                  <a:rPr lang="de-DE" sz="2000" b="0" i="0" dirty="0" err="1">
                    <a:solidFill>
                      <a:srgbClr val="000000"/>
                    </a:solidFill>
                    <a:effectLst/>
                  </a:rPr>
                  <a:t>egestas</a:t>
                </a:r>
                <a:r>
                  <a:rPr lang="de-DE" sz="2000" b="0" i="0" dirty="0">
                    <a:solidFill>
                      <a:srgbClr val="000000"/>
                    </a:solidFill>
                    <a:effectLst/>
                  </a:rPr>
                  <a:t> nisi. </a:t>
                </a:r>
                <a:r>
                  <a:rPr lang="de-DE" sz="2000" b="0" i="0" dirty="0" err="1">
                    <a:solidFill>
                      <a:srgbClr val="000000"/>
                    </a:solidFill>
                    <a:effectLst/>
                  </a:rPr>
                  <a:t>Nunc</a:t>
                </a:r>
                <a:r>
                  <a:rPr lang="de-DE" sz="2000" b="0" i="0" dirty="0">
                    <a:solidFill>
                      <a:srgbClr val="000000"/>
                    </a:solidFill>
                    <a:effectLst/>
                  </a:rPr>
                  <a:t> et nulla </a:t>
                </a:r>
                <a:r>
                  <a:rPr lang="de-DE" sz="2000" b="0" i="0" dirty="0" err="1">
                    <a:solidFill>
                      <a:srgbClr val="000000"/>
                    </a:solidFill>
                    <a:effectLst/>
                  </a:rPr>
                  <a:t>dui</a:t>
                </a:r>
                <a:r>
                  <a:rPr lang="de-DE" sz="2000" b="0" i="0" dirty="0">
                    <a:solidFill>
                      <a:srgbClr val="000000"/>
                    </a:solidFill>
                    <a:effectLst/>
                  </a:rPr>
                  <a:t>. </a:t>
                </a:r>
                <a:r>
                  <a:rPr lang="de-DE" sz="2000" b="0" i="0" dirty="0" err="1">
                    <a:solidFill>
                      <a:srgbClr val="000000"/>
                    </a:solidFill>
                    <a:effectLst/>
                  </a:rPr>
                  <a:t>Donec</a:t>
                </a:r>
                <a:r>
                  <a:rPr lang="de-DE" sz="2000" b="0" i="0" dirty="0">
                    <a:solidFill>
                      <a:srgbClr val="000000"/>
                    </a:solidFill>
                    <a:effectLst/>
                  </a:rPr>
                  <a:t> </a:t>
                </a:r>
                <a:r>
                  <a:rPr lang="de-DE" sz="2000" b="0" i="0" dirty="0" err="1">
                    <a:solidFill>
                      <a:srgbClr val="000000"/>
                    </a:solidFill>
                    <a:effectLst/>
                  </a:rPr>
                  <a:t>velit</a:t>
                </a:r>
                <a:r>
                  <a:rPr lang="de-DE" sz="2000" b="0" i="0" dirty="0">
                    <a:solidFill>
                      <a:srgbClr val="000000"/>
                    </a:solidFill>
                    <a:effectLst/>
                  </a:rPr>
                  <a:t> </a:t>
                </a:r>
                <a:r>
                  <a:rPr lang="de-DE" sz="2000" b="0" i="0" dirty="0" err="1">
                    <a:solidFill>
                      <a:srgbClr val="000000"/>
                    </a:solidFill>
                    <a:effectLst/>
                  </a:rPr>
                  <a:t>purus</a:t>
                </a:r>
                <a:r>
                  <a:rPr lang="de-DE" sz="2000" b="0" i="0" dirty="0">
                    <a:solidFill>
                      <a:srgbClr val="000000"/>
                    </a:solidFill>
                    <a:effectLst/>
                  </a:rPr>
                  <a:t>, </a:t>
                </a:r>
                <a:r>
                  <a:rPr lang="de-DE" sz="2000" b="0" i="0" dirty="0" err="1">
                    <a:solidFill>
                      <a:srgbClr val="000000"/>
                    </a:solidFill>
                    <a:effectLst/>
                  </a:rPr>
                  <a:t>mattis</a:t>
                </a:r>
                <a:r>
                  <a:rPr lang="de-DE" sz="2000" b="0" i="0" dirty="0">
                    <a:solidFill>
                      <a:srgbClr val="000000"/>
                    </a:solidFill>
                    <a:effectLst/>
                  </a:rPr>
                  <a:t> non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purus</a:t>
                </a:r>
                <a:r>
                  <a:rPr lang="de-DE" sz="2000" b="0" i="0" dirty="0">
                    <a:solidFill>
                      <a:srgbClr val="000000"/>
                    </a:solidFill>
                    <a:effectLst/>
                  </a:rPr>
                  <a:t>. </a:t>
                </a:r>
                <a:r>
                  <a:rPr lang="de-DE" sz="2000" b="0" i="0" dirty="0" err="1">
                    <a:solidFill>
                      <a:srgbClr val="000000"/>
                    </a:solidFill>
                    <a:effectLst/>
                  </a:rPr>
                  <a:t>Praesent</a:t>
                </a:r>
                <a:r>
                  <a:rPr lang="de-DE" sz="2000" b="0" i="0" dirty="0">
                    <a:solidFill>
                      <a:srgbClr val="000000"/>
                    </a:solidFill>
                    <a:effectLst/>
                  </a:rPr>
                  <a:t> </a:t>
                </a:r>
                <a:r>
                  <a:rPr lang="de-DE" sz="2000" b="0" i="0" dirty="0" err="1">
                    <a:solidFill>
                      <a:srgbClr val="000000"/>
                    </a:solidFill>
                    <a:effectLst/>
                  </a:rPr>
                  <a:t>lacinia</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et </a:t>
                </a:r>
                <a:r>
                  <a:rPr lang="de-DE" sz="2000" b="0" i="0" dirty="0" err="1">
                    <a:solidFill>
                      <a:srgbClr val="000000"/>
                    </a:solidFill>
                    <a:effectLst/>
                  </a:rPr>
                  <a:t>arcu</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eu</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consequat</a:t>
                </a:r>
                <a:r>
                  <a:rPr lang="de-DE" sz="2000" b="0" i="0" dirty="0">
                    <a:solidFill>
                      <a:srgbClr val="000000"/>
                    </a:solidFill>
                    <a:effectLst/>
                  </a:rPr>
                  <a:t> </a:t>
                </a:r>
                <a:r>
                  <a:rPr lang="de-DE" sz="2000" b="0" i="0" dirty="0" err="1">
                    <a:solidFill>
                      <a:srgbClr val="000000"/>
                    </a:solidFill>
                    <a:effectLst/>
                  </a:rPr>
                  <a:t>lorem</a:t>
                </a:r>
                <a:r>
                  <a:rPr lang="de-DE" sz="2000" b="0" i="0" dirty="0">
                    <a:solidFill>
                      <a:srgbClr val="000000"/>
                    </a:solidFill>
                    <a:effectLst/>
                  </a:rPr>
                  <a:t> at </a:t>
                </a:r>
                <a:r>
                  <a:rPr lang="de-DE" sz="2000" b="0" i="0" dirty="0" err="1">
                    <a:solidFill>
                      <a:srgbClr val="000000"/>
                    </a:solidFill>
                    <a:effectLst/>
                  </a:rPr>
                  <a:t>leo</a:t>
                </a:r>
                <a:r>
                  <a:rPr lang="de-DE" sz="2000" b="0" i="0" dirty="0">
                    <a:solidFill>
                      <a:srgbClr val="000000"/>
                    </a:solidFill>
                    <a:effectLst/>
                  </a:rPr>
                  <a:t> </a:t>
                </a:r>
                <a:r>
                  <a:rPr lang="de-DE" sz="2000" b="0" i="0" dirty="0" err="1">
                    <a:solidFill>
                      <a:srgbClr val="000000"/>
                    </a:solidFill>
                    <a:effectLst/>
                  </a:rPr>
                  <a:t>viverra</a:t>
                </a:r>
                <a:r>
                  <a:rPr lang="de-DE" sz="2000" b="0" i="0" dirty="0">
                    <a:solidFill>
                      <a:srgbClr val="000000"/>
                    </a:solidFill>
                    <a:effectLst/>
                  </a:rPr>
                  <a:t> </a:t>
                </a:r>
                <a:r>
                  <a:rPr lang="de-DE" sz="2000" b="0" i="0" dirty="0" err="1">
                    <a:solidFill>
                      <a:srgbClr val="000000"/>
                    </a:solidFill>
                    <a:effectLst/>
                  </a:rPr>
                  <a:t>imperdiet</a:t>
                </a:r>
                <a:r>
                  <a:rPr lang="de-DE" sz="2000" b="0" i="0" dirty="0">
                    <a:solidFill>
                      <a:srgbClr val="000000"/>
                    </a:solidFill>
                    <a:effectLst/>
                  </a:rPr>
                  <a:t>. Nulla </a:t>
                </a:r>
                <a:r>
                  <a:rPr lang="de-DE" sz="2000" b="0" i="0" dirty="0" err="1">
                    <a:solidFill>
                      <a:srgbClr val="000000"/>
                    </a:solidFill>
                    <a:effectLst/>
                  </a:rPr>
                  <a:t>ac</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massa</a:t>
                </a:r>
                <a:r>
                  <a:rPr lang="de-DE" sz="2000" b="0" i="0" dirty="0">
                    <a:solidFill>
                      <a:srgbClr val="000000"/>
                    </a:solidFill>
                    <a:effectLst/>
                  </a:rPr>
                  <a:t>. Mauris </a:t>
                </a:r>
                <a:r>
                  <a:rPr lang="de-DE" sz="2000" b="0" i="0" dirty="0" err="1">
                    <a:solidFill>
                      <a:srgbClr val="000000"/>
                    </a:solidFill>
                    <a:effectLst/>
                  </a:rPr>
                  <a:t>lobortis</a:t>
                </a:r>
                <a:r>
                  <a:rPr lang="de-DE" sz="2000" b="0" i="0" dirty="0">
                    <a:solidFill>
                      <a:srgbClr val="000000"/>
                    </a:solidFill>
                    <a:effectLst/>
                  </a:rPr>
                  <a:t> </a:t>
                </a:r>
                <a:r>
                  <a:rPr lang="de-DE" sz="2000" b="0" i="0" dirty="0" err="1">
                    <a:solidFill>
                      <a:srgbClr val="000000"/>
                    </a:solidFill>
                    <a:effectLst/>
                  </a:rPr>
                  <a:t>ullamcorper</a:t>
                </a:r>
                <a:r>
                  <a:rPr lang="de-DE" sz="2000" b="0" i="0" dirty="0">
                    <a:solidFill>
                      <a:srgbClr val="000000"/>
                    </a:solidFill>
                    <a:effectLst/>
                  </a:rPr>
                  <a:t> </a:t>
                </a:r>
                <a:r>
                  <a:rPr lang="de-DE" sz="2000" b="0" i="0" dirty="0" err="1">
                    <a:solidFill>
                      <a:srgbClr val="000000"/>
                    </a:solidFill>
                    <a:effectLst/>
                  </a:rPr>
                  <a:t>laoreet</a:t>
                </a:r>
                <a:r>
                  <a:rPr lang="de-DE" sz="2000" b="0" i="0" dirty="0">
                    <a:solidFill>
                      <a:srgbClr val="000000"/>
                    </a:solidFill>
                    <a:effectLst/>
                  </a:rPr>
                  <a:t>. Morbi </a:t>
                </a:r>
                <a:r>
                  <a:rPr lang="de-DE" sz="2000" b="0" i="0" dirty="0" err="1">
                    <a:solidFill>
                      <a:srgbClr val="000000"/>
                    </a:solidFill>
                    <a:effectLst/>
                  </a:rPr>
                  <a:t>imperdiet</a:t>
                </a:r>
                <a:r>
                  <a:rPr lang="de-DE" sz="2000" b="0" i="0" dirty="0">
                    <a:solidFill>
                      <a:srgbClr val="000000"/>
                    </a:solidFill>
                    <a:effectLst/>
                  </a:rPr>
                  <a:t> </a:t>
                </a:r>
                <a:r>
                  <a:rPr lang="de-DE" sz="2000" b="0" i="0" dirty="0" err="1">
                    <a:solidFill>
                      <a:srgbClr val="000000"/>
                    </a:solidFill>
                    <a:effectLst/>
                  </a:rPr>
                  <a:t>risus</a:t>
                </a:r>
                <a:r>
                  <a:rPr lang="de-DE" sz="2000" b="0" i="0" dirty="0">
                    <a:solidFill>
                      <a:srgbClr val="000000"/>
                    </a:solidFill>
                    <a:effectLst/>
                  </a:rPr>
                  <a:t> </a:t>
                </a:r>
                <a:r>
                  <a:rPr lang="de-DE" sz="2000" b="0" i="0" dirty="0" err="1">
                    <a:solidFill>
                      <a:srgbClr val="000000"/>
                    </a:solidFill>
                    <a:effectLst/>
                  </a:rPr>
                  <a:t>vitae</a:t>
                </a:r>
                <a:r>
                  <a:rPr lang="de-DE" sz="2000" b="0" i="0" dirty="0">
                    <a:solidFill>
                      <a:srgbClr val="000000"/>
                    </a:solidFill>
                    <a:effectLst/>
                  </a:rPr>
                  <a:t> </a:t>
                </a:r>
                <a:r>
                  <a:rPr lang="de-DE" sz="2000" b="0" i="0" dirty="0" err="1">
                    <a:solidFill>
                      <a:srgbClr val="000000"/>
                    </a:solidFill>
                    <a:effectLst/>
                  </a:rPr>
                  <a:t>bibendum</a:t>
                </a:r>
                <a:r>
                  <a:rPr lang="de-DE" sz="2000" b="0" i="0" dirty="0">
                    <a:solidFill>
                      <a:srgbClr val="000000"/>
                    </a:solidFill>
                    <a:effectLst/>
                  </a:rPr>
                  <a:t> </a:t>
                </a:r>
                <a:r>
                  <a:rPr lang="de-DE" sz="2000" b="0" i="0" dirty="0" err="1">
                    <a:solidFill>
                      <a:srgbClr val="000000"/>
                    </a:solidFill>
                    <a:effectLst/>
                  </a:rPr>
                  <a:t>venenatis</a:t>
                </a:r>
                <a:r>
                  <a:rPr lang="de-DE" sz="2000" b="0" i="0" dirty="0">
                    <a:solidFill>
                      <a:srgbClr val="000000"/>
                    </a:solidFill>
                    <a:effectLst/>
                  </a:rPr>
                  <a:t>.</a:t>
                </a:r>
              </a:p>
              <a:p>
                <a:pPr algn="just"/>
                <a:endParaRPr lang="de-DE" dirty="0">
                  <a:solidFill>
                    <a:srgbClr val="000000"/>
                  </a:solidFill>
                </a:endParaRPr>
              </a:p>
              <a:p>
                <a:pPr algn="just"/>
                <a14:m>
                  <m:oMathPara xmlns:m="http://schemas.openxmlformats.org/officeDocument/2006/math">
                    <m:oMathParaPr>
                      <m:jc m:val="centerGroup"/>
                    </m:oMathParaPr>
                    <m:oMath xmlns:m="http://schemas.openxmlformats.org/officeDocument/2006/math">
                      <m:sSup>
                        <m:sSupPr>
                          <m:ctrlPr>
                            <a:rPr lang="de-DE" b="0" i="1" smtClean="0">
                              <a:latin typeface="Cambria Math" panose="02040503050406030204" pitchFamily="18" charset="0"/>
                            </a:rPr>
                          </m:ctrlPr>
                        </m:sSupPr>
                        <m:e>
                          <m:r>
                            <a:rPr lang="de-DE" b="0" i="1" smtClean="0">
                              <a:latin typeface="Cambria Math" panose="02040503050406030204" pitchFamily="18" charset="0"/>
                            </a:rPr>
                            <m:t>𝑠</m:t>
                          </m:r>
                        </m:e>
                        <m:sup>
                          <m:r>
                            <a:rPr lang="de-DE" b="0" i="1" smtClean="0">
                              <a:latin typeface="Cambria Math" panose="02040503050406030204" pitchFamily="18" charset="0"/>
                            </a:rPr>
                            <m:t>2</m:t>
                          </m:r>
                        </m:sup>
                      </m:sSup>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r>
                            <a:rPr lang="de-DE" b="0" i="1" smtClean="0">
                              <a:latin typeface="Cambria Math" panose="02040503050406030204" pitchFamily="18" charset="0"/>
                            </a:rPr>
                            <m:t>𝑛</m:t>
                          </m:r>
                          <m:r>
                            <a:rPr lang="de-DE" b="0" i="1" smtClean="0">
                              <a:latin typeface="Cambria Math" panose="02040503050406030204" pitchFamily="18" charset="0"/>
                            </a:rPr>
                            <m:t>−1</m:t>
                          </m:r>
                        </m:den>
                      </m:f>
                      <m:r>
                        <a:rPr lang="de-DE" b="0" i="1" smtClean="0">
                          <a:latin typeface="Cambria Math" panose="02040503050406030204" pitchFamily="18" charset="0"/>
                        </a:rPr>
                        <m:t> </m:t>
                      </m:r>
                      <m:sSup>
                        <m:sSupPr>
                          <m:ctrlPr>
                            <a:rPr lang="de-DE" b="0" i="1" smtClean="0">
                              <a:latin typeface="Cambria Math" panose="02040503050406030204" pitchFamily="18" charset="0"/>
                            </a:rPr>
                          </m:ctrlPr>
                        </m:sSupPr>
                        <m:e>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𝑥</m:t>
                                  </m:r>
                                </m:e>
                                <m:sub>
                                  <m:r>
                                    <a:rPr lang="de-DE" b="0" i="1" smtClean="0">
                                      <a:latin typeface="Cambria Math" panose="02040503050406030204" pitchFamily="18" charset="0"/>
                                    </a:rPr>
                                    <m:t>𝑖</m:t>
                                  </m:r>
                                </m:sub>
                              </m:sSub>
                              <m:r>
                                <a:rPr lang="de-DE" b="0" i="1" smtClean="0">
                                  <a:latin typeface="Cambria Math" panose="02040503050406030204" pitchFamily="18" charset="0"/>
                                </a:rPr>
                                <m:t>− </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e>
                          </m:d>
                        </m:e>
                        <m:sup>
                          <m:r>
                            <a:rPr lang="de-DE" b="0" i="1" smtClean="0">
                              <a:latin typeface="Cambria Math" panose="02040503050406030204" pitchFamily="18" charset="0"/>
                            </a:rPr>
                            <m:t>2</m:t>
                          </m:r>
                        </m:sup>
                      </m:sSup>
                    </m:oMath>
                  </m:oMathPara>
                </a14:m>
                <a:endParaRPr lang="en-GB" dirty="0"/>
              </a:p>
              <a:p>
                <a:pPr algn="just"/>
                <a:endParaRPr lang="en-GB" dirty="0"/>
              </a:p>
              <a:p>
                <a:pPr algn="just"/>
                <a:r>
                  <a:rPr lang="en-GB" dirty="0" err="1"/>
                  <a:t>Phasellus</a:t>
                </a:r>
                <a:r>
                  <a:rPr lang="en-GB" dirty="0"/>
                  <a:t> </a:t>
                </a:r>
                <a:r>
                  <a:rPr lang="en-GB" dirty="0" err="1"/>
                  <a:t>augue</a:t>
                </a:r>
                <a:r>
                  <a:rPr lang="en-GB" dirty="0"/>
                  <a:t> dui, </a:t>
                </a:r>
                <a:r>
                  <a:rPr lang="en-GB" dirty="0" err="1"/>
                  <a:t>mattis</a:t>
                </a:r>
                <a:r>
                  <a:rPr lang="en-GB" dirty="0"/>
                  <a:t> ac </a:t>
                </a:r>
                <a:r>
                  <a:rPr lang="en-GB" dirty="0" err="1"/>
                  <a:t>justo</a:t>
                </a:r>
                <a:r>
                  <a:rPr lang="en-GB" dirty="0"/>
                  <a:t> </a:t>
                </a:r>
                <a:r>
                  <a:rPr lang="en-GB" dirty="0" err="1"/>
                  <a:t>sed</a:t>
                </a:r>
                <a:r>
                  <a:rPr lang="en-GB" dirty="0"/>
                  <a:t>, </a:t>
                </a:r>
                <a:r>
                  <a:rPr lang="en-GB" dirty="0" err="1"/>
                  <a:t>commodo</a:t>
                </a:r>
                <a:r>
                  <a:rPr lang="en-GB" dirty="0"/>
                  <a:t> </a:t>
                </a:r>
                <a:r>
                  <a:rPr lang="en-GB" dirty="0" err="1"/>
                  <a:t>ultrices</a:t>
                </a:r>
                <a:r>
                  <a:rPr lang="en-GB" dirty="0"/>
                  <a:t> </a:t>
                </a:r>
                <a:r>
                  <a:rPr lang="en-GB" dirty="0" err="1"/>
                  <a:t>urna</a:t>
                </a:r>
                <a:r>
                  <a:rPr lang="en-GB" dirty="0"/>
                  <a:t>. </a:t>
                </a:r>
                <a:r>
                  <a:rPr lang="en-GB" dirty="0" err="1"/>
                  <a:t>Nulla</a:t>
                </a:r>
                <a:r>
                  <a:rPr lang="en-GB" dirty="0"/>
                  <a:t> </a:t>
                </a:r>
                <a:r>
                  <a:rPr lang="en-GB" dirty="0" err="1"/>
                  <a:t>sagittis</a:t>
                </a:r>
                <a:r>
                  <a:rPr lang="en-GB" dirty="0"/>
                  <a:t> </a:t>
                </a:r>
                <a:r>
                  <a:rPr lang="en-GB" dirty="0" err="1"/>
                  <a:t>enim</a:t>
                </a:r>
                <a:r>
                  <a:rPr lang="en-GB" dirty="0"/>
                  <a:t> </a:t>
                </a:r>
                <a:r>
                  <a:rPr lang="en-GB" dirty="0" err="1"/>
                  <a:t>neque</a:t>
                </a:r>
                <a:r>
                  <a:rPr lang="en-GB" dirty="0"/>
                  <a:t>, </a:t>
                </a:r>
                <a:r>
                  <a:rPr lang="en-GB" dirty="0" err="1"/>
                  <a:t>dapibus</a:t>
                </a:r>
                <a:r>
                  <a:rPr lang="en-GB" dirty="0"/>
                  <a:t> </a:t>
                </a:r>
                <a:r>
                  <a:rPr lang="en-GB" dirty="0" err="1"/>
                  <a:t>tincidunt</a:t>
                </a:r>
                <a:r>
                  <a:rPr lang="en-GB" dirty="0"/>
                  <a:t> </a:t>
                </a:r>
                <a:r>
                  <a:rPr lang="en-GB" dirty="0" err="1"/>
                  <a:t>enim</a:t>
                </a:r>
                <a:r>
                  <a:rPr lang="en-GB" dirty="0"/>
                  <a:t> semper vitae. </a:t>
                </a:r>
                <a:r>
                  <a:rPr lang="en-GB" dirty="0" err="1"/>
                  <a:t>Nullam</a:t>
                </a:r>
                <a:r>
                  <a:rPr lang="en-GB" dirty="0"/>
                  <a:t> </a:t>
                </a:r>
                <a:r>
                  <a:rPr lang="en-GB" dirty="0" err="1"/>
                  <a:t>eget</a:t>
                </a:r>
                <a:r>
                  <a:rPr lang="en-GB" dirty="0"/>
                  <a:t> </a:t>
                </a:r>
                <a:r>
                  <a:rPr lang="en-GB" dirty="0" err="1"/>
                  <a:t>velit</a:t>
                </a:r>
                <a:r>
                  <a:rPr lang="en-GB" dirty="0"/>
                  <a:t> at lorem </a:t>
                </a:r>
                <a:r>
                  <a:rPr lang="en-GB" dirty="0" err="1"/>
                  <a:t>sollicitudin</a:t>
                </a:r>
                <a:r>
                  <a:rPr lang="en-GB" dirty="0"/>
                  <a:t> auctor non </a:t>
                </a:r>
                <a:r>
                  <a:rPr lang="en-GB" dirty="0" err="1"/>
                  <a:t>vel</a:t>
                </a:r>
                <a:r>
                  <a:rPr lang="en-GB" dirty="0"/>
                  <a:t> </a:t>
                </a:r>
                <a:r>
                  <a:rPr lang="en-GB" dirty="0" err="1"/>
                  <a:t>velit</a:t>
                </a:r>
                <a:r>
                  <a:rPr lang="en-GB" dirty="0"/>
                  <a:t>. </a:t>
                </a:r>
                <a:r>
                  <a:rPr lang="en-GB" dirty="0" err="1"/>
                  <a:t>Nullam</a:t>
                </a:r>
                <a:r>
                  <a:rPr lang="en-GB" dirty="0"/>
                  <a:t> non </a:t>
                </a:r>
                <a:r>
                  <a:rPr lang="en-GB" dirty="0" err="1"/>
                  <a:t>dapibus</a:t>
                </a:r>
                <a:r>
                  <a:rPr lang="en-GB" dirty="0"/>
                  <a:t> est. </a:t>
                </a:r>
                <a:r>
                  <a:rPr lang="en-GB" dirty="0" err="1"/>
                  <a:t>Suspendisse</a:t>
                </a:r>
                <a:r>
                  <a:rPr lang="en-GB" dirty="0"/>
                  <a:t> </a:t>
                </a:r>
                <a:r>
                  <a:rPr lang="en-GB" dirty="0" err="1"/>
                  <a:t>faucibus</a:t>
                </a:r>
                <a:r>
                  <a:rPr lang="en-GB" dirty="0"/>
                  <a:t> </a:t>
                </a:r>
                <a:r>
                  <a:rPr lang="en-GB" dirty="0" err="1"/>
                  <a:t>congue</a:t>
                </a:r>
                <a:r>
                  <a:rPr lang="en-GB" dirty="0"/>
                  <a:t> </a:t>
                </a:r>
                <a:r>
                  <a:rPr lang="en-GB" dirty="0" err="1"/>
                  <a:t>purus</a:t>
                </a:r>
                <a:r>
                  <a:rPr lang="en-GB" dirty="0"/>
                  <a:t>, fermentum </a:t>
                </a:r>
                <a:r>
                  <a:rPr lang="en-GB" dirty="0" err="1"/>
                  <a:t>tristique</a:t>
                </a:r>
                <a:r>
                  <a:rPr lang="en-GB" dirty="0"/>
                  <a:t> </a:t>
                </a:r>
                <a:r>
                  <a:rPr lang="en-GB" dirty="0" err="1"/>
                  <a:t>nibh</a:t>
                </a:r>
                <a:r>
                  <a:rPr lang="en-GB" dirty="0"/>
                  <a:t> </a:t>
                </a:r>
                <a:r>
                  <a:rPr lang="en-GB" dirty="0" err="1"/>
                  <a:t>blandit</a:t>
                </a:r>
                <a:r>
                  <a:rPr lang="en-GB" dirty="0"/>
                  <a:t> vitae. </a:t>
                </a:r>
                <a:r>
                  <a:rPr lang="en-GB" dirty="0" err="1"/>
                  <a:t>Praesent</a:t>
                </a:r>
                <a:r>
                  <a:rPr lang="en-GB" dirty="0"/>
                  <a:t> sit </a:t>
                </a:r>
                <a:r>
                  <a:rPr lang="en-GB" dirty="0" err="1"/>
                  <a:t>amet</a:t>
                </a:r>
                <a:r>
                  <a:rPr lang="en-GB" dirty="0"/>
                  <a:t> </a:t>
                </a:r>
                <a:r>
                  <a:rPr lang="en-GB" dirty="0" err="1"/>
                  <a:t>tempor</a:t>
                </a:r>
                <a:r>
                  <a:rPr lang="en-GB" dirty="0"/>
                  <a:t> ligula. Aenean </a:t>
                </a:r>
                <a:r>
                  <a:rPr lang="en-GB" dirty="0" err="1"/>
                  <a:t>sed</a:t>
                </a:r>
                <a:r>
                  <a:rPr lang="en-GB" dirty="0"/>
                  <a:t> </a:t>
                </a:r>
                <a:r>
                  <a:rPr lang="en-GB" dirty="0" err="1"/>
                  <a:t>elementum</a:t>
                </a:r>
                <a:r>
                  <a:rPr lang="en-GB" dirty="0"/>
                  <a:t> </a:t>
                </a:r>
                <a:r>
                  <a:rPr lang="en-GB" dirty="0" err="1"/>
                  <a:t>velit</a:t>
                </a:r>
                <a:r>
                  <a:rPr lang="en-GB" dirty="0"/>
                  <a:t>. </a:t>
                </a:r>
                <a:r>
                  <a:rPr lang="en-GB" dirty="0" err="1"/>
                  <a:t>Nulla</a:t>
                </a:r>
                <a:r>
                  <a:rPr lang="en-GB" dirty="0"/>
                  <a:t> et </a:t>
                </a:r>
                <a:r>
                  <a:rPr lang="en-GB" dirty="0" err="1"/>
                  <a:t>nunc</a:t>
                </a:r>
                <a:r>
                  <a:rPr lang="en-GB" dirty="0"/>
                  <a:t> et mi </a:t>
                </a:r>
                <a:r>
                  <a:rPr lang="en-GB" dirty="0" err="1"/>
                  <a:t>vulputate</a:t>
                </a:r>
                <a:r>
                  <a:rPr lang="en-GB" dirty="0"/>
                  <a:t> convallis. Proin </a:t>
                </a:r>
                <a:r>
                  <a:rPr lang="en-GB" dirty="0" err="1"/>
                  <a:t>viverra</a:t>
                </a:r>
                <a:r>
                  <a:rPr lang="en-GB" dirty="0"/>
                  <a:t> </a:t>
                </a:r>
                <a:r>
                  <a:rPr lang="en-GB" dirty="0" err="1"/>
                  <a:t>mattis</a:t>
                </a:r>
                <a:r>
                  <a:rPr lang="en-GB" dirty="0"/>
                  <a:t> </a:t>
                </a:r>
                <a:r>
                  <a:rPr lang="en-GB" dirty="0" err="1"/>
                  <a:t>velit</a:t>
                </a:r>
                <a:r>
                  <a:rPr lang="en-GB" dirty="0"/>
                  <a:t> ac </a:t>
                </a:r>
                <a:r>
                  <a:rPr lang="en-GB" dirty="0" err="1"/>
                  <a:t>finibus</a:t>
                </a:r>
                <a:r>
                  <a:rPr lang="en-GB" dirty="0"/>
                  <a:t>. Vestibulum </a:t>
                </a:r>
                <a:r>
                  <a:rPr lang="en-GB" dirty="0" err="1"/>
                  <a:t>quis</a:t>
                </a:r>
                <a:r>
                  <a:rPr lang="en-GB" dirty="0"/>
                  <a:t> </a:t>
                </a:r>
                <a:r>
                  <a:rPr lang="en-GB" dirty="0" err="1"/>
                  <a:t>lacus</a:t>
                </a:r>
                <a:r>
                  <a:rPr lang="en-GB" dirty="0"/>
                  <a:t> in </a:t>
                </a:r>
                <a:r>
                  <a:rPr lang="en-GB" dirty="0" err="1"/>
                  <a:t>neque</a:t>
                </a:r>
                <a:r>
                  <a:rPr lang="en-GB" dirty="0"/>
                  <a:t> </a:t>
                </a:r>
                <a:r>
                  <a:rPr lang="en-GB" dirty="0" err="1"/>
                  <a:t>tincidunt</a:t>
                </a:r>
                <a:r>
                  <a:rPr lang="en-GB" dirty="0"/>
                  <a:t> convallis. </a:t>
                </a:r>
                <a:r>
                  <a:rPr lang="en-GB" dirty="0" err="1"/>
                  <a:t>Phasellus</a:t>
                </a:r>
                <a:r>
                  <a:rPr lang="en-GB" dirty="0"/>
                  <a:t> </a:t>
                </a:r>
                <a:r>
                  <a:rPr lang="en-GB" dirty="0" err="1"/>
                  <a:t>mattis</a:t>
                </a:r>
                <a:r>
                  <a:rPr lang="en-GB" dirty="0"/>
                  <a:t> </a:t>
                </a:r>
                <a:r>
                  <a:rPr lang="en-GB" dirty="0" err="1"/>
                  <a:t>sapien</a:t>
                </a:r>
                <a:r>
                  <a:rPr lang="en-GB" dirty="0"/>
                  <a:t> </a:t>
                </a:r>
                <a:r>
                  <a:rPr lang="en-GB" dirty="0" err="1"/>
                  <a:t>odio</a:t>
                </a:r>
                <a:r>
                  <a:rPr lang="en-GB" dirty="0"/>
                  <a:t>, vitae </a:t>
                </a:r>
                <a:r>
                  <a:rPr lang="en-GB" dirty="0" err="1"/>
                  <a:t>congue</a:t>
                </a:r>
                <a:r>
                  <a:rPr lang="en-GB" dirty="0"/>
                  <a:t> lorem </a:t>
                </a:r>
                <a:r>
                  <a:rPr lang="en-GB" dirty="0" err="1"/>
                  <a:t>commodo</a:t>
                </a:r>
                <a:r>
                  <a:rPr lang="en-GB" dirty="0"/>
                  <a:t> vel. </a:t>
                </a:r>
                <a:r>
                  <a:rPr lang="en-GB" dirty="0" err="1"/>
                  <a:t>Nullam</a:t>
                </a:r>
                <a:r>
                  <a:rPr lang="en-GB" dirty="0"/>
                  <a:t> fermentum at ante a </a:t>
                </a:r>
                <a:r>
                  <a:rPr lang="en-GB" dirty="0" err="1"/>
                  <a:t>faucibus</a:t>
                </a:r>
                <a:r>
                  <a:rPr lang="en-GB" dirty="0"/>
                  <a:t>. Integer </a:t>
                </a:r>
                <a:r>
                  <a:rPr lang="en-GB" dirty="0" err="1"/>
                  <a:t>egestas</a:t>
                </a:r>
                <a:r>
                  <a:rPr lang="en-GB" dirty="0"/>
                  <a:t> </a:t>
                </a:r>
                <a:r>
                  <a:rPr lang="en-GB" dirty="0" err="1"/>
                  <a:t>eu</a:t>
                </a:r>
                <a:r>
                  <a:rPr lang="en-GB" dirty="0"/>
                  <a:t> </a:t>
                </a:r>
                <a:r>
                  <a:rPr lang="en-GB" dirty="0" err="1"/>
                  <a:t>tortor</a:t>
                </a:r>
                <a:r>
                  <a:rPr lang="en-GB" dirty="0"/>
                  <a:t> </a:t>
                </a:r>
                <a:r>
                  <a:rPr lang="en-GB" dirty="0" err="1"/>
                  <a:t>nec</a:t>
                </a:r>
                <a:r>
                  <a:rPr lang="en-GB" dirty="0"/>
                  <a:t> </a:t>
                </a:r>
                <a:r>
                  <a:rPr lang="en-GB" dirty="0" err="1"/>
                  <a:t>placerat</a:t>
                </a:r>
                <a:r>
                  <a:rPr lang="en-GB" dirty="0"/>
                  <a:t>. </a:t>
                </a:r>
                <a:r>
                  <a:rPr lang="en-GB" dirty="0" err="1"/>
                  <a:t>Sed</a:t>
                </a:r>
                <a:r>
                  <a:rPr lang="en-GB" dirty="0"/>
                  <a:t> et </a:t>
                </a:r>
                <a:r>
                  <a:rPr lang="en-GB" dirty="0" err="1"/>
                  <a:t>mauris</a:t>
                </a:r>
                <a:r>
                  <a:rPr lang="en-GB" dirty="0"/>
                  <a:t> </a:t>
                </a:r>
                <a:r>
                  <a:rPr lang="en-GB" dirty="0" err="1"/>
                  <a:t>vel</a:t>
                </a:r>
                <a:r>
                  <a:rPr lang="en-GB" dirty="0"/>
                  <a:t> </a:t>
                </a:r>
                <a:r>
                  <a:rPr lang="en-GB" dirty="0" err="1"/>
                  <a:t>dolor</a:t>
                </a:r>
                <a:r>
                  <a:rPr lang="en-GB" dirty="0"/>
                  <a:t> convallis maximus et </a:t>
                </a:r>
                <a:r>
                  <a:rPr lang="en-GB" dirty="0" err="1"/>
                  <a:t>eget</a:t>
                </a:r>
                <a:r>
                  <a:rPr lang="en-GB" dirty="0"/>
                  <a:t> diam. Ut </a:t>
                </a:r>
                <a:r>
                  <a:rPr lang="en-GB" dirty="0" err="1"/>
                  <a:t>sem</a:t>
                </a:r>
                <a:r>
                  <a:rPr lang="en-GB" dirty="0"/>
                  <a:t> </a:t>
                </a:r>
                <a:r>
                  <a:rPr lang="en-GB" dirty="0" err="1"/>
                  <a:t>nisl</a:t>
                </a:r>
                <a:r>
                  <a:rPr lang="en-GB" dirty="0"/>
                  <a:t>, </a:t>
                </a:r>
                <a:r>
                  <a:rPr lang="en-GB" dirty="0" err="1"/>
                  <a:t>venenatis</a:t>
                </a:r>
                <a:r>
                  <a:rPr lang="en-GB" dirty="0"/>
                  <a:t> </a:t>
                </a:r>
                <a:r>
                  <a:rPr lang="en-GB" dirty="0" err="1"/>
                  <a:t>nec</a:t>
                </a:r>
                <a:r>
                  <a:rPr lang="en-GB" dirty="0"/>
                  <a:t> ante a, </a:t>
                </a:r>
                <a:r>
                  <a:rPr lang="en-GB" dirty="0" err="1"/>
                  <a:t>luctus</a:t>
                </a:r>
                <a:r>
                  <a:rPr lang="en-GB" dirty="0"/>
                  <a:t> convallis ipsum.</a:t>
                </a:r>
              </a:p>
              <a:p>
                <a:pPr algn="just"/>
                <a:endParaRPr lang="en-GB" dirty="0"/>
              </a:p>
              <a:p>
                <a:pPr algn="just"/>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de-DE" b="0" i="1" smtClean="0">
                              <a:latin typeface="Cambria Math" panose="02040503050406030204" pitchFamily="18" charset="0"/>
                            </a:rPr>
                            <m:t>𝛽</m:t>
                          </m:r>
                        </m:e>
                      </m:acc>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m:t>
                          </m:r>
                          <m:r>
                            <a:rPr lang="de-DE" b="0" i="1" smtClean="0">
                              <a:latin typeface="Cambria Math" panose="02040503050406030204" pitchFamily="18" charset="0"/>
                            </a:rPr>
                            <m:t>𝑋</m:t>
                          </m:r>
                        </m:e>
                        <m:sup>
                          <m:r>
                            <a:rPr lang="de-DE" b="0" i="1" smtClean="0">
                              <a:latin typeface="Cambria Math" panose="02040503050406030204" pitchFamily="18" charset="0"/>
                            </a:rPr>
                            <m:t>𝑇</m:t>
                          </m:r>
                        </m:sup>
                      </m:sSup>
                      <m:r>
                        <a:rPr lang="de-DE" b="0" i="1" smtClean="0">
                          <a:latin typeface="Cambria Math" panose="02040503050406030204" pitchFamily="18" charset="0"/>
                        </a:rPr>
                        <m:t>𝑋</m:t>
                      </m:r>
                      <m:sSup>
                        <m:sSupPr>
                          <m:ctrlPr>
                            <a:rPr lang="de-DE" b="0" i="1" smtClean="0">
                              <a:latin typeface="Cambria Math" panose="02040503050406030204" pitchFamily="18" charset="0"/>
                            </a:rPr>
                          </m:ctrlPr>
                        </m:sSupPr>
                        <m:e>
                          <m:r>
                            <a:rPr lang="de-DE" b="0" i="1" smtClean="0">
                              <a:latin typeface="Cambria Math" panose="02040503050406030204" pitchFamily="18" charset="0"/>
                            </a:rPr>
                            <m:t>)</m:t>
                          </m:r>
                        </m:e>
                        <m:sup>
                          <m:r>
                            <a:rPr lang="de-DE" b="0" i="1" smtClean="0">
                              <a:latin typeface="Cambria Math" panose="02040503050406030204" pitchFamily="18" charset="0"/>
                            </a:rPr>
                            <m:t>−1</m:t>
                          </m:r>
                        </m:sup>
                      </m:sSup>
                      <m:sSup>
                        <m:sSupPr>
                          <m:ctrlPr>
                            <a:rPr lang="de-DE" b="0" i="1" smtClean="0">
                              <a:latin typeface="Cambria Math" panose="02040503050406030204" pitchFamily="18" charset="0"/>
                            </a:rPr>
                          </m:ctrlPr>
                        </m:sSupPr>
                        <m:e>
                          <m:r>
                            <a:rPr lang="de-DE" b="0" i="1" smtClean="0">
                              <a:latin typeface="Cambria Math" panose="02040503050406030204" pitchFamily="18" charset="0"/>
                            </a:rPr>
                            <m:t>𝑋</m:t>
                          </m:r>
                        </m:e>
                        <m:sup>
                          <m:r>
                            <a:rPr lang="de-DE" b="0" i="1" smtClean="0">
                              <a:latin typeface="Cambria Math" panose="02040503050406030204" pitchFamily="18" charset="0"/>
                            </a:rPr>
                            <m:t>𝑇</m:t>
                          </m:r>
                        </m:sup>
                      </m:sSup>
                      <m:r>
                        <a:rPr lang="de-DE" b="0" i="1" smtClean="0">
                          <a:latin typeface="Cambria Math" panose="02040503050406030204" pitchFamily="18" charset="0"/>
                        </a:rPr>
                        <m:t>𝑦</m:t>
                      </m:r>
                      <m:r>
                        <a:rPr lang="de-DE" b="0" i="1" smtClean="0">
                          <a:latin typeface="Cambria Math" panose="02040503050406030204" pitchFamily="18" charset="0"/>
                        </a:rPr>
                        <m:t> </m:t>
                      </m:r>
                    </m:oMath>
                  </m:oMathPara>
                </a14:m>
                <a:endParaRPr lang="en-GB" dirty="0"/>
              </a:p>
              <a:p>
                <a:pPr algn="just"/>
                <a:endParaRPr lang="en-GB" dirty="0"/>
              </a:p>
            </p:txBody>
          </p:sp>
        </mc:Choice>
        <mc:Fallback xmlns="">
          <p:sp>
            <p:nvSpPr>
              <p:cNvPr id="7" name="Text Placeholder 2">
                <a:extLst>
                  <a:ext uri="{FF2B5EF4-FFF2-40B4-BE49-F238E27FC236}">
                    <a16:creationId xmlns:a16="http://schemas.microsoft.com/office/drawing/2014/main" id="{AD77D4D7-60F0-A9F5-86F7-FBA9F5142488}"/>
                  </a:ext>
                </a:extLst>
              </p:cNvPr>
              <p:cNvSpPr txBox="1">
                <a:spLocks noRot="1" noChangeAspect="1" noMove="1" noResize="1" noEditPoints="1" noAdjustHandles="1" noChangeArrowheads="1" noChangeShapeType="1" noTextEdit="1"/>
              </p:cNvSpPr>
              <p:nvPr/>
            </p:nvSpPr>
            <p:spPr>
              <a:xfrm>
                <a:off x="7811812" y="6133931"/>
                <a:ext cx="5760000" cy="10290403"/>
              </a:xfrm>
              <a:prstGeom prst="rect">
                <a:avLst/>
              </a:prstGeom>
              <a:blipFill>
                <a:blip r:embed="rId3"/>
                <a:stretch>
                  <a:fillRect/>
                </a:stretch>
              </a:blipFill>
            </p:spPr>
            <p:txBody>
              <a:bodyPr/>
              <a:lstStyle/>
              <a:p>
                <a:r>
                  <a:rPr lang="de-DE">
                    <a:noFill/>
                  </a:rPr>
                  <a:t> </a:t>
                </a:r>
              </a:p>
            </p:txBody>
          </p:sp>
        </mc:Fallback>
      </mc:AlternateContent>
      <p:sp>
        <p:nvSpPr>
          <p:cNvPr id="10" name="Text Placeholder 2">
            <a:extLst>
              <a:ext uri="{FF2B5EF4-FFF2-40B4-BE49-F238E27FC236}">
                <a16:creationId xmlns:a16="http://schemas.microsoft.com/office/drawing/2014/main" id="{78FAA7BF-3634-F2EA-5FDC-F474EF8365E5}"/>
              </a:ext>
            </a:extLst>
          </p:cNvPr>
          <p:cNvSpPr txBox="1">
            <a:spLocks/>
          </p:cNvSpPr>
          <p:nvPr/>
        </p:nvSpPr>
        <p:spPr>
          <a:xfrm>
            <a:off x="14293299" y="2403130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Projekthinweise</a:t>
            </a:r>
          </a:p>
        </p:txBody>
      </p:sp>
      <p:sp>
        <p:nvSpPr>
          <p:cNvPr id="11" name="Text Placeholder 2">
            <a:extLst>
              <a:ext uri="{FF2B5EF4-FFF2-40B4-BE49-F238E27FC236}">
                <a16:creationId xmlns:a16="http://schemas.microsoft.com/office/drawing/2014/main" id="{DE3DC6D1-854E-086A-AA56-25715F07C75D}"/>
              </a:ext>
            </a:extLst>
          </p:cNvPr>
          <p:cNvSpPr txBox="1">
            <a:spLocks/>
          </p:cNvSpPr>
          <p:nvPr/>
        </p:nvSpPr>
        <p:spPr>
          <a:xfrm>
            <a:off x="14293299" y="25161663"/>
            <a:ext cx="5760000" cy="236946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1800" dirty="0">
                <a:latin typeface="Arial" pitchFamily="34" charset="0"/>
              </a:rPr>
              <a:t>Diese Case Study wurde am Standort Meschede der Fachhochschule Südwestfalen im Rahmen des Studienganges Data Science (</a:t>
            </a:r>
            <a:r>
              <a:rPr lang="de-DE" sz="1800" dirty="0" err="1">
                <a:latin typeface="Arial" pitchFamily="34" charset="0"/>
              </a:rPr>
              <a:t>M.Sc</a:t>
            </a:r>
            <a:r>
              <a:rPr lang="de-DE" sz="1800" dirty="0"/>
              <a:t>.)</a:t>
            </a:r>
            <a:r>
              <a:rPr lang="de-DE" sz="1800" dirty="0">
                <a:latin typeface="Arial" pitchFamily="34" charset="0"/>
              </a:rPr>
              <a:t> als Teil des Moduls </a:t>
            </a:r>
            <a:r>
              <a:rPr lang="de-DE" sz="1800" b="1" dirty="0">
                <a:latin typeface="Arial" pitchFamily="34" charset="0"/>
              </a:rPr>
              <a:t>Prädiktive Analytik </a:t>
            </a:r>
            <a:r>
              <a:rPr lang="de-DE" sz="1800" dirty="0">
                <a:latin typeface="Arial" pitchFamily="34" charset="0"/>
              </a:rPr>
              <a:t>(Prof. Dr. Benjamin Buchwitz) im Sommersemester 20xx</a:t>
            </a:r>
            <a:r>
              <a:rPr lang="de-DE" sz="1800" b="1" dirty="0">
                <a:latin typeface="Arial" pitchFamily="34" charset="0"/>
              </a:rPr>
              <a:t> </a:t>
            </a:r>
            <a:r>
              <a:rPr lang="de-DE" sz="1800" dirty="0">
                <a:latin typeface="Arial" pitchFamily="34" charset="0"/>
              </a:rPr>
              <a:t>von </a:t>
            </a:r>
            <a:r>
              <a:rPr lang="de-DE" sz="1800" b="1" dirty="0">
                <a:latin typeface="Arial" pitchFamily="34" charset="0"/>
              </a:rPr>
              <a:t>Vorname Nachname </a:t>
            </a:r>
            <a:r>
              <a:rPr lang="de-DE" sz="1800" dirty="0">
                <a:latin typeface="Arial" pitchFamily="34" charset="0"/>
              </a:rPr>
              <a:t>(#</a:t>
            </a:r>
            <a:r>
              <a:rPr lang="de-DE" sz="1800" dirty="0" err="1">
                <a:latin typeface="Arial" pitchFamily="34" charset="0"/>
              </a:rPr>
              <a:t>MatNr</a:t>
            </a:r>
            <a:r>
              <a:rPr lang="de-DE" sz="1800" dirty="0">
                <a:latin typeface="Arial" pitchFamily="34" charset="0"/>
              </a:rPr>
              <a:t>#)</a:t>
            </a:r>
            <a:r>
              <a:rPr lang="de-DE" sz="1800" b="1" dirty="0">
                <a:latin typeface="Arial" pitchFamily="34" charset="0"/>
              </a:rPr>
              <a:t> </a:t>
            </a:r>
            <a:r>
              <a:rPr lang="de-DE" sz="1800" dirty="0">
                <a:latin typeface="Arial" pitchFamily="34" charset="0"/>
              </a:rPr>
              <a:t>angefertigt.</a:t>
            </a:r>
          </a:p>
        </p:txBody>
      </p:sp>
      <p:sp>
        <p:nvSpPr>
          <p:cNvPr id="15" name="Text Placeholder 2">
            <a:extLst>
              <a:ext uri="{FF2B5EF4-FFF2-40B4-BE49-F238E27FC236}">
                <a16:creationId xmlns:a16="http://schemas.microsoft.com/office/drawing/2014/main" id="{94EA767E-9BD9-33EF-54FC-C8557D9BEC1E}"/>
              </a:ext>
            </a:extLst>
          </p:cNvPr>
          <p:cNvSpPr txBox="1">
            <a:spLocks noChangeAspect="1"/>
          </p:cNvSpPr>
          <p:nvPr/>
        </p:nvSpPr>
        <p:spPr>
          <a:xfrm>
            <a:off x="1330325" y="6133931"/>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Einführung</a:t>
            </a:r>
          </a:p>
        </p:txBody>
      </p:sp>
      <p:sp>
        <p:nvSpPr>
          <p:cNvPr id="16" name="Text Placeholder 2">
            <a:extLst>
              <a:ext uri="{FF2B5EF4-FFF2-40B4-BE49-F238E27FC236}">
                <a16:creationId xmlns:a16="http://schemas.microsoft.com/office/drawing/2014/main" id="{BA445B83-7CE9-DAB8-4787-964131152192}"/>
              </a:ext>
            </a:extLst>
          </p:cNvPr>
          <p:cNvSpPr txBox="1">
            <a:spLocks/>
          </p:cNvSpPr>
          <p:nvPr/>
        </p:nvSpPr>
        <p:spPr>
          <a:xfrm>
            <a:off x="1331363" y="7252864"/>
            <a:ext cx="5760000" cy="6120000"/>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b="0" i="0" dirty="0" err="1">
                <a:solidFill>
                  <a:srgbClr val="000000"/>
                </a:solidFill>
                <a:effectLst/>
              </a:rPr>
              <a:t>Lorem</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a:t>
            </a:r>
            <a:r>
              <a:rPr lang="de-DE" sz="2000" b="0" i="0" dirty="0" err="1">
                <a:solidFill>
                  <a:srgbClr val="000000"/>
                </a:solidFill>
                <a:effectLst/>
              </a:rPr>
              <a:t>dolor</a:t>
            </a:r>
            <a:r>
              <a:rPr lang="de-DE" sz="2000" b="0" i="0" dirty="0">
                <a:solidFill>
                  <a:srgbClr val="000000"/>
                </a:solidFill>
                <a:effectLst/>
              </a:rPr>
              <a:t>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consectetur</a:t>
            </a:r>
            <a:r>
              <a:rPr lang="de-DE" sz="2000" b="0" i="0" dirty="0">
                <a:solidFill>
                  <a:srgbClr val="000000"/>
                </a:solidFill>
                <a:effectLst/>
              </a:rPr>
              <a:t> </a:t>
            </a:r>
            <a:r>
              <a:rPr lang="de-DE" sz="2000" b="0" i="0" dirty="0" err="1">
                <a:solidFill>
                  <a:srgbClr val="000000"/>
                </a:solidFill>
                <a:effectLst/>
              </a:rPr>
              <a:t>adipiscing</a:t>
            </a:r>
            <a:r>
              <a:rPr lang="de-DE" sz="2000" b="0" i="0" dirty="0">
                <a:solidFill>
                  <a:srgbClr val="000000"/>
                </a:solidFill>
                <a:effectLst/>
              </a:rPr>
              <a:t> </a:t>
            </a:r>
            <a:r>
              <a:rPr lang="de-DE" sz="2000" b="0" i="0" dirty="0" err="1">
                <a:solidFill>
                  <a:srgbClr val="000000"/>
                </a:solidFill>
                <a:effectLst/>
              </a:rPr>
              <a:t>elit</a:t>
            </a:r>
            <a:r>
              <a:rPr lang="de-DE" sz="2000" b="0" i="0" dirty="0">
                <a:solidFill>
                  <a:srgbClr val="000000"/>
                </a:solidFill>
                <a:effectLst/>
              </a:rPr>
              <a:t>. </a:t>
            </a:r>
            <a:r>
              <a:rPr lang="de-DE" sz="2000" b="0" i="0" dirty="0" err="1">
                <a:solidFill>
                  <a:srgbClr val="000000"/>
                </a:solidFill>
                <a:effectLst/>
              </a:rPr>
              <a:t>Phasellus</a:t>
            </a:r>
            <a:r>
              <a:rPr lang="de-DE" sz="2000" b="0" i="0" dirty="0">
                <a:solidFill>
                  <a:srgbClr val="000000"/>
                </a:solidFill>
                <a:effectLst/>
              </a:rPr>
              <a:t> </a:t>
            </a:r>
            <a:r>
              <a:rPr lang="de-DE" sz="2000" b="0" i="0" dirty="0" err="1">
                <a:solidFill>
                  <a:srgbClr val="000000"/>
                </a:solidFill>
                <a:effectLst/>
              </a:rPr>
              <a:t>vestibulum</a:t>
            </a:r>
            <a:r>
              <a:rPr lang="de-DE" sz="2000" b="0" i="0" dirty="0">
                <a:solidFill>
                  <a:srgbClr val="000000"/>
                </a:solidFill>
                <a:effectLst/>
              </a:rPr>
              <a:t> </a:t>
            </a:r>
            <a:r>
              <a:rPr lang="de-DE" sz="2000" b="0" i="0" dirty="0" err="1">
                <a:solidFill>
                  <a:srgbClr val="000000"/>
                </a:solidFill>
                <a:effectLst/>
              </a:rPr>
              <a:t>condimentum</a:t>
            </a:r>
            <a:r>
              <a:rPr lang="de-DE" sz="2000" b="0" i="0" dirty="0">
                <a:solidFill>
                  <a:srgbClr val="000000"/>
                </a:solidFill>
                <a:effectLst/>
              </a:rPr>
              <a:t> </a:t>
            </a:r>
            <a:r>
              <a:rPr lang="de-DE" sz="2000" b="0" i="0" dirty="0" err="1">
                <a:solidFill>
                  <a:srgbClr val="000000"/>
                </a:solidFill>
                <a:effectLst/>
              </a:rPr>
              <a:t>nibh</a:t>
            </a:r>
            <a:r>
              <a:rPr lang="de-DE" sz="2000" b="0" i="0" dirty="0">
                <a:solidFill>
                  <a:srgbClr val="000000"/>
                </a:solidFill>
                <a:effectLst/>
              </a:rPr>
              <a:t>, </a:t>
            </a:r>
            <a:r>
              <a:rPr lang="de-DE" sz="2000" b="0" i="0" dirty="0" err="1">
                <a:solidFill>
                  <a:srgbClr val="000000"/>
                </a:solidFill>
                <a:effectLst/>
              </a:rPr>
              <a:t>vitae</a:t>
            </a:r>
            <a:r>
              <a:rPr lang="de-DE" sz="2000" b="0" i="0" dirty="0">
                <a:solidFill>
                  <a:srgbClr val="000000"/>
                </a:solidFill>
                <a:effectLst/>
              </a:rPr>
              <a:t> </a:t>
            </a:r>
            <a:r>
              <a:rPr lang="de-DE" sz="2000" b="0" i="0" dirty="0" err="1">
                <a:solidFill>
                  <a:srgbClr val="000000"/>
                </a:solidFill>
                <a:effectLst/>
              </a:rPr>
              <a:t>iaculis</a:t>
            </a:r>
            <a:r>
              <a:rPr lang="de-DE" sz="2000" b="0" i="0" dirty="0">
                <a:solidFill>
                  <a:srgbClr val="000000"/>
                </a:solidFill>
                <a:effectLst/>
              </a:rPr>
              <a:t> mi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Nunc</a:t>
            </a:r>
            <a:r>
              <a:rPr lang="de-DE" sz="2000" b="0" i="0" dirty="0">
                <a:solidFill>
                  <a:srgbClr val="000000"/>
                </a:solidFill>
                <a:effectLst/>
              </a:rPr>
              <a:t> maximus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tortor</a:t>
            </a:r>
            <a:r>
              <a:rPr lang="de-DE" sz="2000" b="0" i="0" dirty="0">
                <a:solidFill>
                  <a:srgbClr val="000000"/>
                </a:solidFill>
                <a:effectLst/>
              </a:rPr>
              <a:t> sed </a:t>
            </a:r>
            <a:r>
              <a:rPr lang="de-DE" sz="2000" b="0" i="0" dirty="0" err="1">
                <a:solidFill>
                  <a:srgbClr val="000000"/>
                </a:solidFill>
                <a:effectLst/>
              </a:rPr>
              <a:t>ornare</a:t>
            </a:r>
            <a:r>
              <a:rPr lang="de-DE" sz="2000" b="0" i="0" dirty="0">
                <a:solidFill>
                  <a:srgbClr val="000000"/>
                </a:solidFill>
                <a:effectLst/>
              </a:rPr>
              <a:t>. Morbi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molestie</a:t>
            </a:r>
            <a:r>
              <a:rPr lang="de-DE" sz="2000" b="0" i="0" dirty="0">
                <a:solidFill>
                  <a:srgbClr val="000000"/>
                </a:solidFill>
                <a:effectLst/>
              </a:rPr>
              <a:t> </a:t>
            </a:r>
            <a:r>
              <a:rPr lang="de-DE" sz="2000" b="0" i="0" dirty="0" err="1">
                <a:solidFill>
                  <a:srgbClr val="000000"/>
                </a:solidFill>
                <a:effectLst/>
              </a:rPr>
              <a:t>turpis</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malesuada</a:t>
            </a:r>
            <a:r>
              <a:rPr lang="de-DE" sz="2000" b="0" i="0" dirty="0">
                <a:solidFill>
                  <a:srgbClr val="000000"/>
                </a:solidFill>
                <a:effectLst/>
              </a:rPr>
              <a:t> nulla. </a:t>
            </a:r>
            <a:r>
              <a:rPr lang="de-DE" sz="2000" b="0" i="0" dirty="0" err="1">
                <a:solidFill>
                  <a:srgbClr val="000000"/>
                </a:solidFill>
                <a:effectLst/>
              </a:rPr>
              <a:t>Phasellus</a:t>
            </a:r>
            <a:r>
              <a:rPr lang="de-DE" sz="2000" b="0" i="0" dirty="0">
                <a:solidFill>
                  <a:srgbClr val="000000"/>
                </a:solidFill>
                <a:effectLst/>
              </a:rPr>
              <a:t> </a:t>
            </a:r>
            <a:r>
              <a:rPr lang="de-DE" sz="2000" b="0" i="0" dirty="0" err="1">
                <a:solidFill>
                  <a:srgbClr val="000000"/>
                </a:solidFill>
                <a:effectLst/>
              </a:rPr>
              <a:t>volutpat</a:t>
            </a:r>
            <a:r>
              <a:rPr lang="de-DE" sz="2000" b="0" i="0" dirty="0">
                <a:solidFill>
                  <a:srgbClr val="000000"/>
                </a:solidFill>
                <a:effectLst/>
              </a:rPr>
              <a:t> </a:t>
            </a:r>
            <a:r>
              <a:rPr lang="de-DE" sz="2000" b="0" i="0" dirty="0" err="1">
                <a:solidFill>
                  <a:srgbClr val="000000"/>
                </a:solidFill>
                <a:effectLst/>
              </a:rPr>
              <a:t>metus</a:t>
            </a:r>
            <a:r>
              <a:rPr lang="de-DE" sz="2000" b="0" i="0" dirty="0">
                <a:solidFill>
                  <a:srgbClr val="000000"/>
                </a:solidFill>
                <a:effectLst/>
              </a:rPr>
              <a:t> </a:t>
            </a:r>
            <a:r>
              <a:rPr lang="de-DE" sz="2000" b="0" i="0" dirty="0" err="1">
                <a:solidFill>
                  <a:srgbClr val="000000"/>
                </a:solidFill>
                <a:effectLst/>
              </a:rPr>
              <a:t>condimentum</a:t>
            </a:r>
            <a:r>
              <a:rPr lang="de-DE" sz="2000" b="0" i="0" dirty="0">
                <a:solidFill>
                  <a:srgbClr val="000000"/>
                </a:solidFill>
                <a:effectLst/>
              </a:rPr>
              <a:t>, </a:t>
            </a:r>
            <a:r>
              <a:rPr lang="de-DE" sz="2000" b="0" i="0" dirty="0" err="1">
                <a:solidFill>
                  <a:srgbClr val="000000"/>
                </a:solidFill>
                <a:effectLst/>
              </a:rPr>
              <a:t>egestas</a:t>
            </a:r>
            <a:r>
              <a:rPr lang="de-DE" sz="2000" b="0" i="0" dirty="0">
                <a:solidFill>
                  <a:srgbClr val="000000"/>
                </a:solidFill>
                <a:effectLst/>
              </a:rPr>
              <a:t> </a:t>
            </a:r>
            <a:r>
              <a:rPr lang="de-DE" sz="2000" b="0" i="0" dirty="0" err="1">
                <a:solidFill>
                  <a:srgbClr val="000000"/>
                </a:solidFill>
                <a:effectLst/>
              </a:rPr>
              <a:t>lectus</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felis</a:t>
            </a:r>
            <a:r>
              <a:rPr lang="de-DE" sz="2000" b="0" i="0" dirty="0">
                <a:solidFill>
                  <a:srgbClr val="000000"/>
                </a:solidFill>
                <a:effectLst/>
              </a:rPr>
              <a:t>. Mauris sed </a:t>
            </a:r>
            <a:r>
              <a:rPr lang="de-DE" sz="2000" b="0" i="0" dirty="0" err="1">
                <a:solidFill>
                  <a:srgbClr val="000000"/>
                </a:solidFill>
                <a:effectLst/>
              </a:rPr>
              <a:t>diam</a:t>
            </a:r>
            <a:r>
              <a:rPr lang="de-DE" sz="2000" b="0" i="0" dirty="0">
                <a:solidFill>
                  <a:srgbClr val="000000"/>
                </a:solidFill>
                <a:effectLst/>
              </a:rPr>
              <a:t> sed </a:t>
            </a:r>
            <a:r>
              <a:rPr lang="de-DE" sz="2000" b="0" i="0" dirty="0" err="1">
                <a:solidFill>
                  <a:srgbClr val="000000"/>
                </a:solidFill>
                <a:effectLst/>
              </a:rPr>
              <a:t>enim</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varius</a:t>
            </a:r>
            <a:r>
              <a:rPr lang="de-DE" sz="2000" b="0" i="0" dirty="0">
                <a:solidFill>
                  <a:srgbClr val="000000"/>
                </a:solidFill>
                <a:effectLst/>
              </a:rPr>
              <a:t>. </a:t>
            </a:r>
            <a:r>
              <a:rPr lang="de-DE" sz="2000" b="0" i="0" dirty="0" err="1">
                <a:solidFill>
                  <a:srgbClr val="000000"/>
                </a:solidFill>
                <a:effectLst/>
              </a:rPr>
              <a:t>Quisque</a:t>
            </a:r>
            <a:r>
              <a:rPr lang="de-DE" sz="2000" b="0" i="0" dirty="0">
                <a:solidFill>
                  <a:srgbClr val="000000"/>
                </a:solidFill>
                <a:effectLst/>
              </a:rPr>
              <a:t> </a:t>
            </a:r>
            <a:r>
              <a:rPr lang="de-DE" sz="2000" b="0" i="0" dirty="0" err="1">
                <a:solidFill>
                  <a:srgbClr val="000000"/>
                </a:solidFill>
                <a:effectLst/>
              </a:rPr>
              <a:t>eleifend</a:t>
            </a:r>
            <a:r>
              <a:rPr lang="de-DE" sz="2000" b="0" i="0" dirty="0">
                <a:solidFill>
                  <a:srgbClr val="000000"/>
                </a:solidFill>
                <a:effectLst/>
              </a:rPr>
              <a:t>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fermentum</a:t>
            </a:r>
            <a:r>
              <a:rPr lang="de-DE" sz="2000" b="0" i="0" dirty="0">
                <a:solidFill>
                  <a:srgbClr val="000000"/>
                </a:solidFill>
                <a:effectLst/>
              </a:rPr>
              <a:t>.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pulvinar</a:t>
            </a:r>
            <a:r>
              <a:rPr lang="de-DE" sz="2000" b="0" i="0" dirty="0">
                <a:solidFill>
                  <a:srgbClr val="000000"/>
                </a:solidFill>
                <a:effectLst/>
              </a:rPr>
              <a:t> </a:t>
            </a:r>
            <a:r>
              <a:rPr lang="de-DE" sz="2000" b="0" i="0" dirty="0" err="1">
                <a:solidFill>
                  <a:srgbClr val="000000"/>
                </a:solidFill>
                <a:effectLst/>
              </a:rPr>
              <a:t>tellus</a:t>
            </a:r>
            <a:r>
              <a:rPr lang="de-DE" sz="2000" b="0" i="0" dirty="0">
                <a:solidFill>
                  <a:srgbClr val="000000"/>
                </a:solidFill>
                <a:effectLst/>
              </a:rPr>
              <a:t> </a:t>
            </a:r>
            <a:r>
              <a:rPr lang="de-DE" sz="2000" b="0" i="0" dirty="0" err="1">
                <a:solidFill>
                  <a:srgbClr val="000000"/>
                </a:solidFill>
                <a:effectLst/>
              </a:rPr>
              <a:t>nec</a:t>
            </a:r>
            <a:r>
              <a:rPr lang="de-DE" sz="2000" b="0" i="0" dirty="0">
                <a:solidFill>
                  <a:srgbClr val="000000"/>
                </a:solidFill>
                <a:effectLst/>
              </a:rPr>
              <a:t> </a:t>
            </a:r>
            <a:r>
              <a:rPr lang="de-DE" sz="2000" b="0" i="0" dirty="0" err="1">
                <a:solidFill>
                  <a:srgbClr val="000000"/>
                </a:solidFill>
                <a:effectLst/>
              </a:rPr>
              <a:t>eros</a:t>
            </a:r>
            <a:r>
              <a:rPr lang="de-DE" sz="2000" b="0" i="0" dirty="0">
                <a:solidFill>
                  <a:srgbClr val="000000"/>
                </a:solidFill>
                <a:effectLst/>
              </a:rPr>
              <a:t> </a:t>
            </a:r>
            <a:r>
              <a:rPr lang="de-DE" sz="2000" b="0" i="0" dirty="0" err="1">
                <a:solidFill>
                  <a:srgbClr val="000000"/>
                </a:solidFill>
                <a:effectLst/>
              </a:rPr>
              <a:t>blandit</a:t>
            </a:r>
            <a:r>
              <a:rPr lang="de-DE" sz="2000" b="0" i="0" dirty="0">
                <a:solidFill>
                  <a:srgbClr val="000000"/>
                </a:solidFill>
                <a:effectLst/>
              </a:rPr>
              <a:t> </a:t>
            </a:r>
            <a:r>
              <a:rPr lang="de-DE" sz="2000" b="0" i="0" dirty="0" err="1">
                <a:solidFill>
                  <a:srgbClr val="000000"/>
                </a:solidFill>
                <a:effectLst/>
              </a:rPr>
              <a:t>dapibus</a:t>
            </a:r>
            <a:r>
              <a:rPr lang="de-DE" sz="2000" b="0" i="0" dirty="0">
                <a:solidFill>
                  <a:srgbClr val="000000"/>
                </a:solidFill>
                <a:effectLst/>
              </a:rPr>
              <a:t>. </a:t>
            </a:r>
            <a:r>
              <a:rPr lang="de-DE" sz="2000" b="0" i="0" dirty="0" err="1">
                <a:solidFill>
                  <a:srgbClr val="000000"/>
                </a:solidFill>
                <a:effectLst/>
              </a:rPr>
              <a:t>Phasellus</a:t>
            </a:r>
            <a:r>
              <a:rPr lang="de-DE" sz="2000" b="0" i="0" dirty="0">
                <a:solidFill>
                  <a:srgbClr val="000000"/>
                </a:solidFill>
                <a:effectLst/>
              </a:rPr>
              <a:t> a </a:t>
            </a:r>
            <a:r>
              <a:rPr lang="de-DE" sz="2000" b="0" i="0" dirty="0" err="1">
                <a:solidFill>
                  <a:srgbClr val="000000"/>
                </a:solidFill>
                <a:effectLst/>
              </a:rPr>
              <a:t>diam</a:t>
            </a:r>
            <a:r>
              <a:rPr lang="de-DE" sz="2000" b="0" i="0" dirty="0">
                <a:solidFill>
                  <a:srgbClr val="000000"/>
                </a:solidFill>
                <a:effectLst/>
              </a:rPr>
              <a:t> in </a:t>
            </a:r>
            <a:r>
              <a:rPr lang="de-DE" sz="2000" b="0" i="0" dirty="0" err="1">
                <a:solidFill>
                  <a:srgbClr val="000000"/>
                </a:solidFill>
                <a:effectLst/>
              </a:rPr>
              <a:t>nunc</a:t>
            </a:r>
            <a:r>
              <a:rPr lang="de-DE" sz="2000" b="0" i="0" dirty="0">
                <a:solidFill>
                  <a:srgbClr val="000000"/>
                </a:solidFill>
                <a:effectLst/>
              </a:rPr>
              <a:t> </a:t>
            </a:r>
            <a:r>
              <a:rPr lang="de-DE" sz="2000" b="0" i="0" dirty="0" err="1">
                <a:solidFill>
                  <a:srgbClr val="000000"/>
                </a:solidFill>
                <a:effectLst/>
              </a:rPr>
              <a:t>venenatis</a:t>
            </a:r>
            <a:r>
              <a:rPr lang="de-DE" sz="2000" b="0" i="0" dirty="0">
                <a:solidFill>
                  <a:srgbClr val="000000"/>
                </a:solidFill>
                <a:effectLst/>
              </a:rPr>
              <a:t> maximus. </a:t>
            </a:r>
            <a:r>
              <a:rPr lang="de-DE" sz="2000" b="0" i="0" dirty="0" err="1">
                <a:solidFill>
                  <a:srgbClr val="000000"/>
                </a:solidFill>
                <a:effectLst/>
              </a:rPr>
              <a:t>Praesent</a:t>
            </a:r>
            <a:r>
              <a:rPr lang="de-DE" sz="2000" b="0" i="0" dirty="0">
                <a:solidFill>
                  <a:srgbClr val="000000"/>
                </a:solidFill>
                <a:effectLst/>
              </a:rPr>
              <a:t> non </a:t>
            </a:r>
            <a:r>
              <a:rPr lang="de-DE" sz="2000" b="0" i="0" dirty="0" err="1">
                <a:solidFill>
                  <a:srgbClr val="000000"/>
                </a:solidFill>
                <a:effectLst/>
              </a:rPr>
              <a:t>lorem</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ligula</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consectetur</a:t>
            </a:r>
            <a:r>
              <a:rPr lang="de-DE" sz="2000" b="0" i="0" dirty="0">
                <a:solidFill>
                  <a:srgbClr val="000000"/>
                </a:solidFill>
                <a:effectLst/>
              </a:rPr>
              <a:t>. Nam commodo </a:t>
            </a:r>
            <a:r>
              <a:rPr lang="de-DE" sz="2000" b="0" i="0" dirty="0" err="1">
                <a:solidFill>
                  <a:srgbClr val="000000"/>
                </a:solidFill>
                <a:effectLst/>
              </a:rPr>
              <a:t>dolor</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sed </a:t>
            </a:r>
            <a:r>
              <a:rPr lang="de-DE" sz="2000" b="0" i="0" dirty="0" err="1">
                <a:solidFill>
                  <a:srgbClr val="000000"/>
                </a:solidFill>
                <a:effectLst/>
              </a:rPr>
              <a:t>egestas</a:t>
            </a:r>
            <a:r>
              <a:rPr lang="de-DE" sz="2000" b="0" i="0" dirty="0">
                <a:solidFill>
                  <a:srgbClr val="000000"/>
                </a:solidFill>
                <a:effectLst/>
              </a:rPr>
              <a:t> nisi </a:t>
            </a:r>
            <a:r>
              <a:rPr lang="de-DE" sz="2000" b="0" i="0" dirty="0" err="1">
                <a:solidFill>
                  <a:srgbClr val="000000"/>
                </a:solidFill>
                <a:effectLst/>
              </a:rPr>
              <a:t>hendrerit</a:t>
            </a:r>
            <a:r>
              <a:rPr lang="de-DE" sz="2000" b="0" i="0" dirty="0">
                <a:solidFill>
                  <a:srgbClr val="000000"/>
                </a:solidFill>
                <a:effectLst/>
              </a:rPr>
              <a:t> </a:t>
            </a:r>
            <a:r>
              <a:rPr lang="de-DE" sz="2000" b="0" i="0" dirty="0" err="1">
                <a:solidFill>
                  <a:srgbClr val="000000"/>
                </a:solidFill>
                <a:effectLst/>
              </a:rPr>
              <a:t>ut</a:t>
            </a:r>
            <a:r>
              <a:rPr lang="de-DE" sz="2000" b="0" i="0" dirty="0">
                <a:solidFill>
                  <a:srgbClr val="000000"/>
                </a:solidFill>
                <a:effectLst/>
              </a:rPr>
              <a:t>.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urna</a:t>
            </a:r>
            <a:r>
              <a:rPr lang="de-DE" sz="2000" b="0" i="0" dirty="0">
                <a:solidFill>
                  <a:srgbClr val="000000"/>
                </a:solidFill>
                <a:effectLst/>
              </a:rPr>
              <a:t>. Nam </a:t>
            </a:r>
            <a:r>
              <a:rPr lang="de-DE" sz="2000" b="0" i="0" dirty="0" err="1">
                <a:solidFill>
                  <a:srgbClr val="000000"/>
                </a:solidFill>
                <a:effectLst/>
              </a:rPr>
              <a:t>mollis</a:t>
            </a:r>
            <a:r>
              <a:rPr lang="de-DE" sz="2000" b="0" i="0" dirty="0">
                <a:solidFill>
                  <a:srgbClr val="000000"/>
                </a:solidFill>
                <a:effectLst/>
              </a:rPr>
              <a:t> </a:t>
            </a:r>
            <a:r>
              <a:rPr lang="de-DE" sz="2000" b="0" i="0" dirty="0" err="1">
                <a:solidFill>
                  <a:srgbClr val="000000"/>
                </a:solidFill>
                <a:effectLst/>
              </a:rPr>
              <a:t>ornare</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Quisque</a:t>
            </a:r>
            <a:r>
              <a:rPr lang="de-DE" sz="2000" b="0" i="0" dirty="0">
                <a:solidFill>
                  <a:srgbClr val="000000"/>
                </a:solidFill>
                <a:effectLst/>
              </a:rPr>
              <a:t> </a:t>
            </a:r>
            <a:r>
              <a:rPr lang="de-DE" sz="2000" b="0" i="0" dirty="0" err="1">
                <a:solidFill>
                  <a:srgbClr val="000000"/>
                </a:solidFill>
                <a:effectLst/>
              </a:rPr>
              <a:t>auctor</a:t>
            </a:r>
            <a:r>
              <a:rPr lang="de-DE" sz="2000" b="0" i="0" dirty="0">
                <a:solidFill>
                  <a:srgbClr val="000000"/>
                </a:solidFill>
                <a:effectLst/>
              </a:rPr>
              <a:t> </a:t>
            </a:r>
            <a:r>
              <a:rPr lang="de-DE" sz="2000" b="0" i="0" dirty="0" err="1">
                <a:solidFill>
                  <a:srgbClr val="000000"/>
                </a:solidFill>
                <a:effectLst/>
              </a:rPr>
              <a:t>dui</a:t>
            </a:r>
            <a:r>
              <a:rPr lang="de-DE" sz="2000" b="0" i="0" dirty="0">
                <a:solidFill>
                  <a:srgbClr val="000000"/>
                </a:solidFill>
                <a:effectLst/>
              </a:rPr>
              <a:t> a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sagittis</a:t>
            </a:r>
            <a:r>
              <a:rPr lang="de-DE" sz="2000" b="0" i="0" dirty="0">
                <a:solidFill>
                  <a:srgbClr val="000000"/>
                </a:solidFill>
                <a:effectLst/>
              </a:rPr>
              <a:t>. </a:t>
            </a:r>
            <a:r>
              <a:rPr lang="de-DE" sz="2000" b="0" i="0" dirty="0" err="1">
                <a:solidFill>
                  <a:srgbClr val="000000"/>
                </a:solidFill>
                <a:effectLst/>
              </a:rPr>
              <a:t>Nullam</a:t>
            </a:r>
            <a:r>
              <a:rPr lang="de-DE" sz="2000" b="0" i="0" dirty="0">
                <a:solidFill>
                  <a:srgbClr val="000000"/>
                </a:solidFill>
                <a:effectLst/>
              </a:rPr>
              <a:t> non </a:t>
            </a:r>
            <a:r>
              <a:rPr lang="de-DE" sz="2000" b="0" i="0" dirty="0" err="1">
                <a:solidFill>
                  <a:srgbClr val="000000"/>
                </a:solidFill>
                <a:effectLst/>
              </a:rPr>
              <a:t>turpis</a:t>
            </a:r>
            <a:r>
              <a:rPr lang="de-DE" sz="2000" b="0" i="0" dirty="0">
                <a:solidFill>
                  <a:srgbClr val="000000"/>
                </a:solidFill>
                <a:effectLst/>
              </a:rPr>
              <a:t> </a:t>
            </a:r>
            <a:r>
              <a:rPr lang="de-DE" sz="2000" b="0" i="0" dirty="0" err="1">
                <a:solidFill>
                  <a:srgbClr val="000000"/>
                </a:solidFill>
                <a:effectLst/>
              </a:rPr>
              <a:t>ultrices</a:t>
            </a:r>
            <a:r>
              <a:rPr lang="de-DE" sz="2000" b="0" i="0" dirty="0">
                <a:solidFill>
                  <a:srgbClr val="000000"/>
                </a:solidFill>
                <a:effectLst/>
              </a:rPr>
              <a:t>, </a:t>
            </a:r>
            <a:r>
              <a:rPr lang="de-DE" sz="2000" b="0" i="0" dirty="0" err="1">
                <a:solidFill>
                  <a:srgbClr val="000000"/>
                </a:solidFill>
                <a:effectLst/>
              </a:rPr>
              <a:t>suscipit</a:t>
            </a:r>
            <a:r>
              <a:rPr lang="de-DE" sz="2000" b="0" i="0" dirty="0">
                <a:solidFill>
                  <a:srgbClr val="000000"/>
                </a:solidFill>
                <a:effectLst/>
              </a:rPr>
              <a:t> </a:t>
            </a:r>
            <a:r>
              <a:rPr lang="de-DE" sz="2000" b="0" i="0" dirty="0" err="1">
                <a:solidFill>
                  <a:srgbClr val="000000"/>
                </a:solidFill>
                <a:effectLst/>
              </a:rPr>
              <a:t>est</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viverra</a:t>
            </a:r>
            <a:r>
              <a:rPr lang="de-DE" sz="2000" b="0" i="0" dirty="0">
                <a:solidFill>
                  <a:srgbClr val="000000"/>
                </a:solidFill>
                <a:effectLst/>
              </a:rPr>
              <a:t> </a:t>
            </a:r>
            <a:r>
              <a:rPr lang="de-DE" sz="2000" b="0" i="0" dirty="0" err="1">
                <a:solidFill>
                  <a:srgbClr val="000000"/>
                </a:solidFill>
                <a:effectLst/>
              </a:rPr>
              <a:t>orci</a:t>
            </a:r>
            <a:r>
              <a:rPr lang="de-DE" sz="2000" b="0" i="0" dirty="0">
                <a:solidFill>
                  <a:srgbClr val="000000"/>
                </a:solidFill>
                <a:effectLst/>
              </a:rPr>
              <a:t>. Vestibulum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a:t>
            </a:r>
            <a:endParaRPr lang="de-DE" sz="2000" dirty="0"/>
          </a:p>
        </p:txBody>
      </p:sp>
      <p:sp>
        <p:nvSpPr>
          <p:cNvPr id="19" name="Text Placeholder 2">
            <a:extLst>
              <a:ext uri="{FF2B5EF4-FFF2-40B4-BE49-F238E27FC236}">
                <a16:creationId xmlns:a16="http://schemas.microsoft.com/office/drawing/2014/main" id="{3E3F93F9-32FD-17CA-A405-B62EFF56ECC6}"/>
              </a:ext>
            </a:extLst>
          </p:cNvPr>
          <p:cNvSpPr txBox="1">
            <a:spLocks/>
          </p:cNvSpPr>
          <p:nvPr/>
        </p:nvSpPr>
        <p:spPr>
          <a:xfrm>
            <a:off x="1330325" y="1816126"/>
            <a:ext cx="18720000" cy="2340000"/>
          </a:xfrm>
          <a:prstGeom prst="rect">
            <a:avLst/>
          </a:prstGeom>
          <a:noFill/>
        </p:spPr>
        <p:txBody>
          <a:bodyPr vert="horz" lIns="91440" tIns="45720" rIns="9144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r>
              <a:rPr lang="de-DE" sz="4800" dirty="0"/>
              <a:t>Titel des akademischen Posters </a:t>
            </a:r>
          </a:p>
        </p:txBody>
      </p:sp>
      <p:sp>
        <p:nvSpPr>
          <p:cNvPr id="23" name="Text Placeholder 2">
            <a:extLst>
              <a:ext uri="{FF2B5EF4-FFF2-40B4-BE49-F238E27FC236}">
                <a16:creationId xmlns:a16="http://schemas.microsoft.com/office/drawing/2014/main" id="{762F3C3B-DBC0-7A01-0A9C-DFA5E9A704C6}"/>
              </a:ext>
            </a:extLst>
          </p:cNvPr>
          <p:cNvSpPr txBox="1">
            <a:spLocks/>
          </p:cNvSpPr>
          <p:nvPr/>
        </p:nvSpPr>
        <p:spPr>
          <a:xfrm>
            <a:off x="1330323" y="4375673"/>
            <a:ext cx="18720000" cy="752821"/>
          </a:xfrm>
          <a:prstGeom prst="rect">
            <a:avLst/>
          </a:prstGeom>
          <a:noFill/>
        </p:spPr>
        <p:txBody>
          <a:bodyPr vert="horz" lIns="91440" tIns="0" rIns="91440" bIns="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r>
              <a:rPr lang="de-DE" sz="3200" i="1" noProof="1"/>
              <a:t>Vorname Nachname</a:t>
            </a:r>
          </a:p>
        </p:txBody>
      </p:sp>
      <p:sp>
        <p:nvSpPr>
          <p:cNvPr id="27" name="Text Placeholder 2">
            <a:extLst>
              <a:ext uri="{FF2B5EF4-FFF2-40B4-BE49-F238E27FC236}">
                <a16:creationId xmlns:a16="http://schemas.microsoft.com/office/drawing/2014/main" id="{9754638E-A637-CD52-F4BE-D0B9148EADA6}"/>
              </a:ext>
            </a:extLst>
          </p:cNvPr>
          <p:cNvSpPr txBox="1">
            <a:spLocks noChangeAspect="1"/>
          </p:cNvSpPr>
          <p:nvPr/>
        </p:nvSpPr>
        <p:spPr>
          <a:xfrm>
            <a:off x="1330325" y="13590323"/>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Datengrundlage</a:t>
            </a:r>
          </a:p>
        </p:txBody>
      </p:sp>
      <p:pic>
        <p:nvPicPr>
          <p:cNvPr id="32" name="Grafik 31">
            <a:extLst>
              <a:ext uri="{FF2B5EF4-FFF2-40B4-BE49-F238E27FC236}">
                <a16:creationId xmlns:a16="http://schemas.microsoft.com/office/drawing/2014/main" id="{F9D83F29-931C-9C24-4EA0-5C0F56F785E5}"/>
              </a:ext>
            </a:extLst>
          </p:cNvPr>
          <p:cNvPicPr>
            <a:picLocks noChangeAspect="1"/>
          </p:cNvPicPr>
          <p:nvPr/>
        </p:nvPicPr>
        <p:blipFill rotWithShape="1">
          <a:blip>
            <a:extLst>
              <a:ext uri="{96DAC541-7B7A-43D3-8B79-37D633B846F1}">
                <asvg:svgBlip xmlns:asvg="http://schemas.microsoft.com/office/drawing/2016/SVG/main" r:embed="rId4"/>
              </a:ext>
            </a:extLst>
          </a:blip>
          <a:srcRect t="5270" r="5877" b="13608"/>
          <a:stretch/>
        </p:blipFill>
        <p:spPr>
          <a:xfrm>
            <a:off x="1824548" y="18253336"/>
            <a:ext cx="4691148" cy="2699440"/>
          </a:xfrm>
          <a:prstGeom prst="rect">
            <a:avLst/>
          </a:prstGeom>
        </p:spPr>
      </p:pic>
      <p:sp>
        <p:nvSpPr>
          <p:cNvPr id="33" name="Textfeld 32">
            <a:extLst>
              <a:ext uri="{FF2B5EF4-FFF2-40B4-BE49-F238E27FC236}">
                <a16:creationId xmlns:a16="http://schemas.microsoft.com/office/drawing/2014/main" id="{305A15E8-3E46-F193-FD5D-9695C4DEBF0C}"/>
              </a:ext>
            </a:extLst>
          </p:cNvPr>
          <p:cNvSpPr txBox="1"/>
          <p:nvPr/>
        </p:nvSpPr>
        <p:spPr>
          <a:xfrm>
            <a:off x="2256197" y="21412030"/>
            <a:ext cx="4259499" cy="400110"/>
          </a:xfrm>
          <a:prstGeom prst="rect">
            <a:avLst/>
          </a:prstGeom>
          <a:noFill/>
        </p:spPr>
        <p:txBody>
          <a:bodyPr wrap="none" rtlCol="0">
            <a:spAutoFit/>
          </a:bodyPr>
          <a:lstStyle/>
          <a:p>
            <a:r>
              <a:rPr lang="de-DE" sz="2000" i="1" dirty="0">
                <a:latin typeface="Arial" panose="020B0604020202020204" pitchFamily="34" charset="0"/>
                <a:cs typeface="Arial" panose="020B0604020202020204" pitchFamily="34" charset="0"/>
              </a:rPr>
              <a:t>Abb. 1:   Monatliche Fluggastzahlen</a:t>
            </a:r>
          </a:p>
        </p:txBody>
      </p:sp>
      <p:sp>
        <p:nvSpPr>
          <p:cNvPr id="35" name="Text Placeholder 2">
            <a:extLst>
              <a:ext uri="{FF2B5EF4-FFF2-40B4-BE49-F238E27FC236}">
                <a16:creationId xmlns:a16="http://schemas.microsoft.com/office/drawing/2014/main" id="{C21D16A0-0F1F-982F-207F-4C4DAB197B89}"/>
              </a:ext>
            </a:extLst>
          </p:cNvPr>
          <p:cNvSpPr txBox="1">
            <a:spLocks noChangeAspect="1"/>
          </p:cNvSpPr>
          <p:nvPr/>
        </p:nvSpPr>
        <p:spPr>
          <a:xfrm>
            <a:off x="1330325" y="24358678"/>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Analyse</a:t>
            </a:r>
          </a:p>
        </p:txBody>
      </p:sp>
      <p:sp>
        <p:nvSpPr>
          <p:cNvPr id="36" name="Text Placeholder 2">
            <a:extLst>
              <a:ext uri="{FF2B5EF4-FFF2-40B4-BE49-F238E27FC236}">
                <a16:creationId xmlns:a16="http://schemas.microsoft.com/office/drawing/2014/main" id="{55F5B4F7-D2FA-FBE2-C3D8-411DDE4A349E}"/>
              </a:ext>
            </a:extLst>
          </p:cNvPr>
          <p:cNvSpPr txBox="1">
            <a:spLocks/>
          </p:cNvSpPr>
          <p:nvPr/>
        </p:nvSpPr>
        <p:spPr>
          <a:xfrm>
            <a:off x="1330325" y="25489035"/>
            <a:ext cx="5760000" cy="297005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aliquet</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quam a </a:t>
            </a:r>
            <a:r>
              <a:rPr lang="de-DE" sz="2000" b="0" i="0" dirty="0" err="1">
                <a:solidFill>
                  <a:srgbClr val="000000"/>
                </a:solidFill>
                <a:effectLst/>
              </a:rPr>
              <a:t>semper</a:t>
            </a:r>
            <a:r>
              <a:rPr lang="de-DE" sz="2000" b="0" i="0" dirty="0">
                <a:solidFill>
                  <a:srgbClr val="000000"/>
                </a:solidFill>
                <a:effectLst/>
              </a:rPr>
              <a:t>. Nulla </a:t>
            </a:r>
            <a:r>
              <a:rPr lang="de-DE" sz="2000" b="0" i="0" dirty="0" err="1">
                <a:solidFill>
                  <a:srgbClr val="000000"/>
                </a:solidFill>
                <a:effectLst/>
              </a:rPr>
              <a:t>molestie</a:t>
            </a:r>
            <a:r>
              <a:rPr lang="de-DE" sz="2000" b="0" i="0" dirty="0">
                <a:solidFill>
                  <a:srgbClr val="000000"/>
                </a:solidFill>
                <a:effectLst/>
              </a:rPr>
              <a:t>, </a:t>
            </a:r>
            <a:r>
              <a:rPr lang="de-DE" sz="2000" b="0" i="0" dirty="0" err="1">
                <a:solidFill>
                  <a:srgbClr val="000000"/>
                </a:solidFill>
                <a:effectLst/>
              </a:rPr>
              <a:t>metus</a:t>
            </a:r>
            <a:r>
              <a:rPr lang="de-DE" sz="2000" b="0" i="0" dirty="0">
                <a:solidFill>
                  <a:srgbClr val="000000"/>
                </a:solidFill>
                <a:effectLst/>
              </a:rPr>
              <a:t> a </a:t>
            </a:r>
            <a:r>
              <a:rPr lang="de-DE" sz="2000" b="0" i="0" dirty="0" err="1">
                <a:solidFill>
                  <a:srgbClr val="000000"/>
                </a:solidFill>
                <a:effectLst/>
              </a:rPr>
              <a:t>ullamcorper</a:t>
            </a:r>
            <a:r>
              <a:rPr lang="de-DE" sz="2000" b="0" i="0" dirty="0">
                <a:solidFill>
                  <a:srgbClr val="000000"/>
                </a:solidFill>
                <a:effectLst/>
              </a:rPr>
              <a:t> </a:t>
            </a:r>
            <a:r>
              <a:rPr lang="de-DE" sz="2000" b="0" i="0" dirty="0" err="1">
                <a:solidFill>
                  <a:srgbClr val="000000"/>
                </a:solidFill>
                <a:effectLst/>
              </a:rPr>
              <a:t>blandit</a:t>
            </a:r>
            <a:r>
              <a:rPr lang="de-DE" sz="2000" b="0" i="0" dirty="0">
                <a:solidFill>
                  <a:srgbClr val="000000"/>
                </a:solidFill>
                <a:effectLst/>
              </a:rPr>
              <a:t>, erat </a:t>
            </a:r>
            <a:r>
              <a:rPr lang="de-DE" sz="2000" b="0" i="0" dirty="0" err="1">
                <a:solidFill>
                  <a:srgbClr val="000000"/>
                </a:solidFill>
                <a:effectLst/>
              </a:rPr>
              <a:t>mauris</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velit</a:t>
            </a:r>
            <a:r>
              <a:rPr lang="de-DE" sz="2000" b="0" i="0" dirty="0">
                <a:solidFill>
                  <a:srgbClr val="000000"/>
                </a:solidFill>
                <a:effectLst/>
              </a:rPr>
              <a:t>, </a:t>
            </a:r>
            <a:r>
              <a:rPr lang="de-DE" sz="2000" b="0" i="0" dirty="0" err="1">
                <a:solidFill>
                  <a:srgbClr val="000000"/>
                </a:solidFill>
                <a:effectLst/>
              </a:rPr>
              <a:t>porttitor</a:t>
            </a:r>
            <a:r>
              <a:rPr lang="de-DE" sz="2000" b="0" i="0" dirty="0">
                <a:solidFill>
                  <a:srgbClr val="000000"/>
                </a:solidFill>
                <a:effectLst/>
              </a:rPr>
              <a:t> </a:t>
            </a:r>
            <a:r>
              <a:rPr lang="de-DE" sz="2000" b="0" i="0" dirty="0" err="1">
                <a:solidFill>
                  <a:srgbClr val="000000"/>
                </a:solidFill>
                <a:effectLst/>
              </a:rPr>
              <a:t>varius</a:t>
            </a:r>
            <a:r>
              <a:rPr lang="de-DE" sz="2000" b="0" i="0" dirty="0">
                <a:solidFill>
                  <a:srgbClr val="000000"/>
                </a:solidFill>
                <a:effectLst/>
              </a:rPr>
              <a:t> </a:t>
            </a:r>
            <a:r>
              <a:rPr lang="de-DE" sz="2000" b="0" i="0" dirty="0" err="1">
                <a:solidFill>
                  <a:srgbClr val="000000"/>
                </a:solidFill>
                <a:effectLst/>
              </a:rPr>
              <a:t>lacus</a:t>
            </a:r>
            <a:r>
              <a:rPr lang="de-DE" sz="2000" b="0" i="0" dirty="0">
                <a:solidFill>
                  <a:srgbClr val="000000"/>
                </a:solidFill>
                <a:effectLst/>
              </a:rPr>
              <a:t> </a:t>
            </a:r>
            <a:r>
              <a:rPr lang="de-DE" sz="2000" b="0" i="0" dirty="0" err="1">
                <a:solidFill>
                  <a:srgbClr val="000000"/>
                </a:solidFill>
                <a:effectLst/>
              </a:rPr>
              <a:t>est</a:t>
            </a:r>
            <a:r>
              <a:rPr lang="de-DE" sz="2000" b="0" i="0" dirty="0">
                <a:solidFill>
                  <a:srgbClr val="000000"/>
                </a:solidFill>
                <a:effectLst/>
              </a:rPr>
              <a:t> </a:t>
            </a:r>
            <a:r>
              <a:rPr lang="de-DE" sz="2000" b="0" i="0" dirty="0" err="1">
                <a:solidFill>
                  <a:srgbClr val="000000"/>
                </a:solidFill>
                <a:effectLst/>
              </a:rPr>
              <a:t>quis</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Morbi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diam</a:t>
            </a:r>
            <a:r>
              <a:rPr lang="de-DE" sz="2000" b="0" i="0" dirty="0">
                <a:solidFill>
                  <a:srgbClr val="000000"/>
                </a:solidFill>
                <a:effectLst/>
              </a:rPr>
              <a:t> </a:t>
            </a:r>
            <a:r>
              <a:rPr lang="de-DE" sz="2000" b="0" i="0" dirty="0" err="1">
                <a:solidFill>
                  <a:srgbClr val="000000"/>
                </a:solidFill>
                <a:effectLst/>
              </a:rPr>
              <a:t>mollis</a:t>
            </a:r>
            <a:r>
              <a:rPr lang="de-DE" sz="2000" b="0" i="0" dirty="0">
                <a:solidFill>
                  <a:srgbClr val="000000"/>
                </a:solidFill>
                <a:effectLst/>
              </a:rPr>
              <a:t>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Etiam</a:t>
            </a:r>
            <a:r>
              <a:rPr lang="de-DE" sz="2000" b="0" i="0" dirty="0">
                <a:solidFill>
                  <a:srgbClr val="000000"/>
                </a:solidFill>
                <a:effectLst/>
              </a:rPr>
              <a:t> </a:t>
            </a:r>
            <a:r>
              <a:rPr lang="de-DE" sz="2000" b="0" i="0" dirty="0" err="1">
                <a:solidFill>
                  <a:srgbClr val="000000"/>
                </a:solidFill>
                <a:effectLst/>
              </a:rPr>
              <a:t>volutpat</a:t>
            </a:r>
            <a:r>
              <a:rPr lang="de-DE" sz="2000" b="0" i="0" dirty="0">
                <a:solidFill>
                  <a:srgbClr val="000000"/>
                </a:solidFill>
                <a:effectLst/>
              </a:rPr>
              <a:t>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augue</a:t>
            </a:r>
            <a:r>
              <a:rPr lang="de-DE" sz="2000" b="0" i="0" dirty="0">
                <a:solidFill>
                  <a:srgbClr val="000000"/>
                </a:solidFill>
                <a:effectLst/>
              </a:rPr>
              <a:t>, a </a:t>
            </a:r>
            <a:r>
              <a:rPr lang="de-DE" sz="2000" b="0" i="0" dirty="0" err="1">
                <a:solidFill>
                  <a:srgbClr val="000000"/>
                </a:solidFill>
                <a:effectLst/>
              </a:rPr>
              <a:t>iaculis</a:t>
            </a:r>
            <a:r>
              <a:rPr lang="de-DE" sz="2000" b="0" i="0" dirty="0">
                <a:solidFill>
                  <a:srgbClr val="000000"/>
                </a:solidFill>
                <a:effectLst/>
              </a:rPr>
              <a:t> nisi </a:t>
            </a:r>
            <a:r>
              <a:rPr lang="de-DE" sz="2000" b="0" i="0" dirty="0" err="1">
                <a:solidFill>
                  <a:srgbClr val="000000"/>
                </a:solidFill>
                <a:effectLst/>
              </a:rPr>
              <a:t>pellentesque</a:t>
            </a:r>
            <a:r>
              <a:rPr lang="de-DE" sz="2000" b="0" i="0" dirty="0">
                <a:solidFill>
                  <a:srgbClr val="000000"/>
                </a:solidFill>
                <a:effectLst/>
              </a:rPr>
              <a:t> sed.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quis</a:t>
            </a:r>
            <a:r>
              <a:rPr lang="de-DE" sz="2000" b="0" i="0" dirty="0">
                <a:solidFill>
                  <a:srgbClr val="000000"/>
                </a:solidFill>
                <a:effectLst/>
              </a:rPr>
              <a:t> </a:t>
            </a:r>
            <a:r>
              <a:rPr lang="de-DE" sz="2000" b="0" i="0" dirty="0" err="1">
                <a:solidFill>
                  <a:srgbClr val="000000"/>
                </a:solidFill>
                <a:effectLst/>
              </a:rPr>
              <a:t>elementum</a:t>
            </a:r>
            <a:r>
              <a:rPr lang="de-DE" sz="2000" b="0" i="0" dirty="0">
                <a:solidFill>
                  <a:srgbClr val="000000"/>
                </a:solidFill>
                <a:effectLst/>
              </a:rPr>
              <a:t> </a:t>
            </a:r>
            <a:r>
              <a:rPr lang="de-DE" sz="2000" b="0" i="0" dirty="0" err="1">
                <a:solidFill>
                  <a:srgbClr val="000000"/>
                </a:solidFill>
                <a:effectLst/>
              </a:rPr>
              <a:t>sem</a:t>
            </a:r>
            <a:r>
              <a:rPr lang="de-DE" sz="2000" b="0" i="0" dirty="0">
                <a:solidFill>
                  <a:srgbClr val="000000"/>
                </a:solidFill>
                <a:effectLst/>
              </a:rPr>
              <a:t>. </a:t>
            </a:r>
            <a:r>
              <a:rPr lang="de-DE" sz="2000" b="0" i="0" dirty="0" err="1">
                <a:solidFill>
                  <a:srgbClr val="000000"/>
                </a:solidFill>
                <a:effectLst/>
              </a:rPr>
              <a:t>Aenean</a:t>
            </a:r>
            <a:endParaRPr lang="de-DE" sz="2000" dirty="0"/>
          </a:p>
        </p:txBody>
      </p:sp>
      <p:sp>
        <p:nvSpPr>
          <p:cNvPr id="39" name="Text Placeholder 2">
            <a:extLst>
              <a:ext uri="{FF2B5EF4-FFF2-40B4-BE49-F238E27FC236}">
                <a16:creationId xmlns:a16="http://schemas.microsoft.com/office/drawing/2014/main" id="{EAF395BA-7F62-5F44-63DD-45CF75329EDD}"/>
              </a:ext>
            </a:extLst>
          </p:cNvPr>
          <p:cNvSpPr txBox="1">
            <a:spLocks noChangeAspect="1"/>
          </p:cNvSpPr>
          <p:nvPr/>
        </p:nvSpPr>
        <p:spPr>
          <a:xfrm>
            <a:off x="7811812" y="24451540"/>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Ergebnisse</a:t>
            </a:r>
          </a:p>
        </p:txBody>
      </p:sp>
      <p:sp>
        <p:nvSpPr>
          <p:cNvPr id="40" name="Text Placeholder 2">
            <a:extLst>
              <a:ext uri="{FF2B5EF4-FFF2-40B4-BE49-F238E27FC236}">
                <a16:creationId xmlns:a16="http://schemas.microsoft.com/office/drawing/2014/main" id="{6319F7B6-640A-4170-AD67-CD26F1A8DC88}"/>
              </a:ext>
            </a:extLst>
          </p:cNvPr>
          <p:cNvSpPr txBox="1">
            <a:spLocks/>
          </p:cNvSpPr>
          <p:nvPr/>
        </p:nvSpPr>
        <p:spPr>
          <a:xfrm>
            <a:off x="7811812" y="25581897"/>
            <a:ext cx="5760000" cy="2877190"/>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 Mauris </a:t>
            </a:r>
            <a:r>
              <a:rPr lang="de-DE" sz="2000" dirty="0" err="1"/>
              <a:t>sollicitudin</a:t>
            </a:r>
            <a:r>
              <a:rPr lang="de-DE" sz="2000" dirty="0"/>
              <a:t> </a:t>
            </a:r>
            <a:r>
              <a:rPr lang="de-DE" sz="2000" dirty="0" err="1"/>
              <a:t>placerat</a:t>
            </a:r>
            <a:r>
              <a:rPr lang="de-DE" sz="2000" dirty="0"/>
              <a:t>.</a:t>
            </a:r>
          </a:p>
        </p:txBody>
      </p:sp>
      <p:sp>
        <p:nvSpPr>
          <p:cNvPr id="41" name="Text Placeholder 2">
            <a:extLst>
              <a:ext uri="{FF2B5EF4-FFF2-40B4-BE49-F238E27FC236}">
                <a16:creationId xmlns:a16="http://schemas.microsoft.com/office/drawing/2014/main" id="{4F354CC4-4AAF-865C-7951-01E44FD6B38D}"/>
              </a:ext>
            </a:extLst>
          </p:cNvPr>
          <p:cNvSpPr txBox="1">
            <a:spLocks noChangeAspect="1"/>
          </p:cNvSpPr>
          <p:nvPr/>
        </p:nvSpPr>
        <p:spPr>
          <a:xfrm>
            <a:off x="14293299" y="13106064"/>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Handlungsempfehlung</a:t>
            </a:r>
          </a:p>
        </p:txBody>
      </p:sp>
      <p:sp>
        <p:nvSpPr>
          <p:cNvPr id="42" name="Text Placeholder 2">
            <a:extLst>
              <a:ext uri="{FF2B5EF4-FFF2-40B4-BE49-F238E27FC236}">
                <a16:creationId xmlns:a16="http://schemas.microsoft.com/office/drawing/2014/main" id="{9ECE2C21-5CB4-9B99-3D83-36B03A3D6641}"/>
              </a:ext>
            </a:extLst>
          </p:cNvPr>
          <p:cNvSpPr txBox="1">
            <a:spLocks/>
          </p:cNvSpPr>
          <p:nvPr/>
        </p:nvSpPr>
        <p:spPr>
          <a:xfrm>
            <a:off x="14293299" y="14236420"/>
            <a:ext cx="5760000" cy="4659905"/>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a:t>
            </a:r>
          </a:p>
          <a:p>
            <a:pPr algn="just" defTabSz="895518">
              <a:spcBef>
                <a:spcPct val="50000"/>
              </a:spcBef>
            </a:pPr>
            <a:r>
              <a:rPr lang="de-DE" sz="2000" dirty="0"/>
              <a:t>Mauris </a:t>
            </a:r>
            <a:r>
              <a:rPr lang="de-DE" sz="2000" dirty="0" err="1"/>
              <a:t>sollicitudin</a:t>
            </a:r>
            <a:r>
              <a:rPr lang="de-DE" sz="2000" dirty="0"/>
              <a:t> </a:t>
            </a:r>
            <a:r>
              <a:rPr lang="de-DE" sz="2000" dirty="0" err="1"/>
              <a:t>placerat</a:t>
            </a:r>
            <a:r>
              <a:rPr lang="de-DE" sz="2000" dirty="0"/>
              <a:t> </a:t>
            </a:r>
            <a:r>
              <a:rPr lang="de-DE" sz="2000" dirty="0" err="1"/>
              <a:t>lobortis</a:t>
            </a:r>
            <a:r>
              <a:rPr lang="de-DE" sz="2000" dirty="0"/>
              <a:t>. </a:t>
            </a:r>
            <a:r>
              <a:rPr lang="de-DE" sz="2000" dirty="0" err="1"/>
              <a:t>Pellentesque</a:t>
            </a:r>
            <a:r>
              <a:rPr lang="de-DE" sz="2000" dirty="0"/>
              <a:t> at </a:t>
            </a:r>
            <a:r>
              <a:rPr lang="de-DE" sz="2000" dirty="0" err="1"/>
              <a:t>ligula</a:t>
            </a:r>
            <a:r>
              <a:rPr lang="de-DE" sz="2000" dirty="0"/>
              <a:t> </a:t>
            </a:r>
            <a:r>
              <a:rPr lang="de-DE" sz="2000" dirty="0" err="1"/>
              <a:t>leo</a:t>
            </a:r>
            <a:r>
              <a:rPr lang="de-DE" sz="2000" dirty="0"/>
              <a:t>. </a:t>
            </a:r>
            <a:r>
              <a:rPr lang="de-DE" sz="2000" dirty="0" err="1"/>
              <a:t>Ut</a:t>
            </a:r>
            <a:r>
              <a:rPr lang="de-DE" sz="2000" dirty="0"/>
              <a:t> </a:t>
            </a:r>
            <a:r>
              <a:rPr lang="de-DE" sz="2000" dirty="0" err="1"/>
              <a:t>quis</a:t>
            </a:r>
            <a:r>
              <a:rPr lang="de-DE" sz="2000" dirty="0"/>
              <a:t> </a:t>
            </a:r>
            <a:r>
              <a:rPr lang="de-DE" sz="2000" dirty="0" err="1"/>
              <a:t>hendrerit</a:t>
            </a:r>
            <a:r>
              <a:rPr lang="de-DE" sz="2000" dirty="0"/>
              <a:t> </a:t>
            </a:r>
            <a:r>
              <a:rPr lang="de-DE" sz="2000" dirty="0" err="1"/>
              <a:t>tellus</a:t>
            </a:r>
            <a:r>
              <a:rPr lang="de-DE" sz="2000" dirty="0"/>
              <a:t>, in </a:t>
            </a:r>
            <a:r>
              <a:rPr lang="de-DE" sz="2000" dirty="0" err="1"/>
              <a:t>faucibus</a:t>
            </a:r>
            <a:r>
              <a:rPr lang="de-DE" sz="2000" dirty="0"/>
              <a:t> </a:t>
            </a:r>
            <a:r>
              <a:rPr lang="de-DE" sz="2000" dirty="0" err="1"/>
              <a:t>urna</a:t>
            </a:r>
            <a:r>
              <a:rPr lang="de-DE" sz="2000" dirty="0"/>
              <a:t>. Integer </a:t>
            </a:r>
            <a:r>
              <a:rPr lang="de-DE" sz="2000" dirty="0" err="1"/>
              <a:t>congue</a:t>
            </a:r>
            <a:r>
              <a:rPr lang="de-DE" sz="2000" dirty="0"/>
              <a:t> </a:t>
            </a:r>
            <a:r>
              <a:rPr lang="de-DE" sz="2000" dirty="0" err="1"/>
              <a:t>tellus</a:t>
            </a:r>
            <a:r>
              <a:rPr lang="de-DE" sz="2000" dirty="0"/>
              <a:t> </a:t>
            </a:r>
            <a:r>
              <a:rPr lang="de-DE" sz="2000" dirty="0" err="1"/>
              <a:t>vitae</a:t>
            </a:r>
            <a:r>
              <a:rPr lang="de-DE" sz="2000" dirty="0"/>
              <a:t> </a:t>
            </a:r>
            <a:r>
              <a:rPr lang="de-DE" sz="2000" dirty="0" err="1"/>
              <a:t>condimentum</a:t>
            </a:r>
            <a:r>
              <a:rPr lang="de-DE" sz="2000" dirty="0"/>
              <a:t> </a:t>
            </a:r>
            <a:r>
              <a:rPr lang="de-DE" sz="2000" dirty="0" err="1"/>
              <a:t>pellentesque</a:t>
            </a:r>
            <a:r>
              <a:rPr lang="de-DE" sz="2000" dirty="0"/>
              <a:t>. Duis </a:t>
            </a:r>
            <a:r>
              <a:rPr lang="de-DE" sz="2000" dirty="0" err="1"/>
              <a:t>ac</a:t>
            </a:r>
            <a:r>
              <a:rPr lang="de-DE" sz="2000" dirty="0"/>
              <a:t> ante </a:t>
            </a:r>
            <a:r>
              <a:rPr lang="de-DE" sz="2000" dirty="0" err="1"/>
              <a:t>nec</a:t>
            </a:r>
            <a:r>
              <a:rPr lang="de-DE" sz="2000" dirty="0"/>
              <a:t> ex </a:t>
            </a:r>
            <a:r>
              <a:rPr lang="de-DE" sz="2000" dirty="0" err="1"/>
              <a:t>porttitor</a:t>
            </a:r>
            <a:r>
              <a:rPr lang="de-DE" sz="2000" dirty="0"/>
              <a:t> </a:t>
            </a:r>
            <a:r>
              <a:rPr lang="de-DE" sz="2000" dirty="0" err="1"/>
              <a:t>rhoncus</a:t>
            </a:r>
            <a:r>
              <a:rPr lang="de-DE" sz="2000" dirty="0"/>
              <a:t> in </a:t>
            </a:r>
            <a:r>
              <a:rPr lang="de-DE" sz="2000" dirty="0" err="1"/>
              <a:t>eget</a:t>
            </a:r>
            <a:r>
              <a:rPr lang="de-DE" sz="2000" dirty="0"/>
              <a:t> </a:t>
            </a:r>
            <a:r>
              <a:rPr lang="de-DE" sz="2000" dirty="0" err="1"/>
              <a:t>augue</a:t>
            </a:r>
            <a:r>
              <a:rPr lang="de-DE" sz="2000" dirty="0"/>
              <a:t>. </a:t>
            </a:r>
            <a:r>
              <a:rPr lang="de-DE" sz="2000" dirty="0" err="1"/>
              <a:t>Fusce</a:t>
            </a:r>
            <a:r>
              <a:rPr lang="de-DE" sz="2000" dirty="0"/>
              <a:t> </a:t>
            </a:r>
            <a:r>
              <a:rPr lang="de-DE" sz="2000" dirty="0" err="1"/>
              <a:t>laoreet</a:t>
            </a:r>
            <a:r>
              <a:rPr lang="de-DE" sz="2000" dirty="0"/>
              <a:t> </a:t>
            </a:r>
            <a:r>
              <a:rPr lang="de-DE" sz="2000" dirty="0" err="1"/>
              <a:t>aliquet</a:t>
            </a:r>
            <a:r>
              <a:rPr lang="de-DE" sz="2000" dirty="0"/>
              <a:t> ante </a:t>
            </a:r>
            <a:r>
              <a:rPr lang="de-DE" sz="2000" dirty="0" err="1"/>
              <a:t>ut</a:t>
            </a:r>
            <a:r>
              <a:rPr lang="de-DE" sz="2000" dirty="0"/>
              <a:t> </a:t>
            </a:r>
            <a:r>
              <a:rPr lang="de-DE" sz="2000" dirty="0" err="1"/>
              <a:t>vehicula</a:t>
            </a:r>
            <a:r>
              <a:rPr lang="de-DE" sz="2000" dirty="0"/>
              <a:t>. </a:t>
            </a:r>
            <a:r>
              <a:rPr lang="de-DE" sz="2000" dirty="0" err="1"/>
              <a:t>Nullam</a:t>
            </a:r>
            <a:r>
              <a:rPr lang="de-DE" sz="2000" dirty="0"/>
              <a:t> </a:t>
            </a:r>
            <a:r>
              <a:rPr lang="de-DE" sz="2000" dirty="0" err="1"/>
              <a:t>quis</a:t>
            </a:r>
            <a:r>
              <a:rPr lang="de-DE" sz="2000" dirty="0"/>
              <a:t> </a:t>
            </a:r>
            <a:r>
              <a:rPr lang="de-DE" sz="2000" dirty="0" err="1"/>
              <a:t>sodales</a:t>
            </a:r>
            <a:r>
              <a:rPr lang="de-DE" sz="2000" dirty="0"/>
              <a:t> ante, </a:t>
            </a:r>
            <a:r>
              <a:rPr lang="de-DE" sz="2000" dirty="0" err="1"/>
              <a:t>id</a:t>
            </a:r>
            <a:r>
              <a:rPr lang="de-DE" sz="2000" dirty="0"/>
              <a:t> </a:t>
            </a:r>
            <a:r>
              <a:rPr lang="de-DE" sz="2000" dirty="0" err="1"/>
              <a:t>posuere</a:t>
            </a:r>
            <a:r>
              <a:rPr lang="de-DE" sz="2000" dirty="0"/>
              <a:t> </a:t>
            </a:r>
            <a:r>
              <a:rPr lang="de-DE" sz="2000" dirty="0" err="1"/>
              <a:t>elit</a:t>
            </a:r>
            <a:r>
              <a:rPr lang="de-DE" sz="2000" dirty="0"/>
              <a:t>.</a:t>
            </a:r>
          </a:p>
        </p:txBody>
      </p:sp>
      <p:sp>
        <p:nvSpPr>
          <p:cNvPr id="43" name="Text Placeholder 2">
            <a:extLst>
              <a:ext uri="{FF2B5EF4-FFF2-40B4-BE49-F238E27FC236}">
                <a16:creationId xmlns:a16="http://schemas.microsoft.com/office/drawing/2014/main" id="{D96BDC81-3B1E-6253-C4E9-5F48F58787A1}"/>
              </a:ext>
            </a:extLst>
          </p:cNvPr>
          <p:cNvSpPr txBox="1">
            <a:spLocks/>
          </p:cNvSpPr>
          <p:nvPr/>
        </p:nvSpPr>
        <p:spPr>
          <a:xfrm>
            <a:off x="14293299" y="6133931"/>
            <a:ext cx="5760000" cy="6769159"/>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err="1"/>
              <a:t>Proin</a:t>
            </a:r>
            <a:r>
              <a:rPr lang="de-DE" sz="2000" dirty="0"/>
              <a:t> </a:t>
            </a:r>
            <a:r>
              <a:rPr lang="de-DE" sz="2000" dirty="0" err="1"/>
              <a:t>eget</a:t>
            </a:r>
            <a:r>
              <a:rPr lang="de-DE" sz="2000" dirty="0"/>
              <a:t> </a:t>
            </a:r>
            <a:r>
              <a:rPr lang="de-DE" sz="2000" dirty="0" err="1"/>
              <a:t>consectetur</a:t>
            </a:r>
            <a:r>
              <a:rPr lang="de-DE" sz="2000" dirty="0"/>
              <a:t> nisi. </a:t>
            </a:r>
            <a:r>
              <a:rPr lang="de-DE" sz="2000" dirty="0" err="1"/>
              <a:t>Quisque</a:t>
            </a:r>
            <a:r>
              <a:rPr lang="de-DE" sz="2000" dirty="0"/>
              <a:t> </a:t>
            </a:r>
            <a:r>
              <a:rPr lang="de-DE" sz="2000" dirty="0" err="1"/>
              <a:t>eget</a:t>
            </a:r>
            <a:r>
              <a:rPr lang="de-DE" sz="2000" dirty="0"/>
              <a:t> </a:t>
            </a:r>
            <a:r>
              <a:rPr lang="de-DE" sz="2000" dirty="0" err="1"/>
              <a:t>dui</a:t>
            </a:r>
            <a:r>
              <a:rPr lang="de-DE" sz="2000" dirty="0"/>
              <a:t> non </a:t>
            </a:r>
            <a:r>
              <a:rPr lang="de-DE" sz="2000" dirty="0" err="1"/>
              <a:t>dui</a:t>
            </a:r>
            <a:r>
              <a:rPr lang="de-DE" sz="2000" dirty="0"/>
              <a:t> </a:t>
            </a:r>
            <a:r>
              <a:rPr lang="de-DE" sz="2000" dirty="0" err="1"/>
              <a:t>faucibus</a:t>
            </a:r>
            <a:r>
              <a:rPr lang="de-DE" sz="2000" dirty="0"/>
              <a:t> </a:t>
            </a:r>
            <a:r>
              <a:rPr lang="de-DE" sz="2000" dirty="0" err="1"/>
              <a:t>consectetur</a:t>
            </a:r>
            <a:r>
              <a:rPr lang="de-DE" sz="2000" dirty="0"/>
              <a:t> </a:t>
            </a:r>
            <a:r>
              <a:rPr lang="de-DE" sz="2000" dirty="0" err="1"/>
              <a:t>ac</a:t>
            </a:r>
            <a:r>
              <a:rPr lang="de-DE" sz="2000" dirty="0"/>
              <a:t> a </a:t>
            </a:r>
            <a:r>
              <a:rPr lang="de-DE" sz="2000" dirty="0" err="1"/>
              <a:t>massa</a:t>
            </a:r>
            <a:r>
              <a:rPr lang="de-DE" sz="2000" dirty="0"/>
              <a:t>.</a:t>
            </a:r>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r>
              <a:rPr lang="en-GB" sz="2000" dirty="0"/>
              <a:t>Vestibulum </a:t>
            </a:r>
            <a:r>
              <a:rPr lang="en-GB" sz="2000" dirty="0" err="1"/>
              <a:t>quis</a:t>
            </a:r>
            <a:r>
              <a:rPr lang="en-GB" sz="2000" dirty="0"/>
              <a:t> </a:t>
            </a:r>
            <a:r>
              <a:rPr lang="en-GB" sz="2000" dirty="0" err="1"/>
              <a:t>lacus</a:t>
            </a:r>
            <a:r>
              <a:rPr lang="en-GB" sz="2000" dirty="0"/>
              <a:t> in </a:t>
            </a:r>
            <a:r>
              <a:rPr lang="en-GB" sz="2000" dirty="0" err="1"/>
              <a:t>neque</a:t>
            </a:r>
            <a:r>
              <a:rPr lang="en-GB" sz="2000" dirty="0"/>
              <a:t> </a:t>
            </a:r>
            <a:r>
              <a:rPr lang="en-GB" sz="2000" dirty="0" err="1"/>
              <a:t>tincidunt</a:t>
            </a:r>
            <a:r>
              <a:rPr lang="en-GB" sz="2000" dirty="0"/>
              <a:t> convallis. </a:t>
            </a:r>
            <a:r>
              <a:rPr lang="en-GB" sz="2000" dirty="0" err="1"/>
              <a:t>Phasellus</a:t>
            </a:r>
            <a:r>
              <a:rPr lang="en-GB" sz="2000" dirty="0"/>
              <a:t> </a:t>
            </a:r>
            <a:r>
              <a:rPr lang="en-GB" sz="2000" dirty="0" err="1"/>
              <a:t>mattis</a:t>
            </a:r>
            <a:r>
              <a:rPr lang="en-GB" sz="2000" dirty="0"/>
              <a:t> </a:t>
            </a:r>
            <a:r>
              <a:rPr lang="en-GB" sz="2000" dirty="0" err="1"/>
              <a:t>sapien</a:t>
            </a:r>
            <a:r>
              <a:rPr lang="en-GB" sz="2000" dirty="0"/>
              <a:t> </a:t>
            </a:r>
            <a:r>
              <a:rPr lang="en-GB" sz="2000" dirty="0" err="1"/>
              <a:t>odio</a:t>
            </a:r>
            <a:r>
              <a:rPr lang="en-GB" sz="2000" dirty="0"/>
              <a:t>, vitae </a:t>
            </a:r>
            <a:r>
              <a:rPr lang="en-GB" sz="2000" dirty="0" err="1"/>
              <a:t>congue</a:t>
            </a:r>
            <a:r>
              <a:rPr lang="en-GB" sz="2000" dirty="0"/>
              <a:t> lorem </a:t>
            </a:r>
            <a:r>
              <a:rPr lang="en-GB" sz="2000" dirty="0" err="1"/>
              <a:t>commodo</a:t>
            </a:r>
            <a:r>
              <a:rPr lang="en-GB" sz="2000" dirty="0"/>
              <a:t> vel. </a:t>
            </a:r>
            <a:r>
              <a:rPr lang="en-GB" sz="2000" dirty="0" err="1"/>
              <a:t>Nullam</a:t>
            </a:r>
            <a:r>
              <a:rPr lang="en-GB" sz="2000" dirty="0"/>
              <a:t> fermentum at ante a </a:t>
            </a:r>
            <a:r>
              <a:rPr lang="en-GB" sz="2000" dirty="0" err="1"/>
              <a:t>faucibus</a:t>
            </a:r>
            <a:r>
              <a:rPr lang="en-GB" sz="2000" dirty="0"/>
              <a:t>. Integer </a:t>
            </a:r>
            <a:r>
              <a:rPr lang="en-GB" sz="2000" dirty="0" err="1"/>
              <a:t>egestas</a:t>
            </a:r>
            <a:r>
              <a:rPr lang="en-GB" sz="2000" dirty="0"/>
              <a:t> </a:t>
            </a:r>
            <a:r>
              <a:rPr lang="en-GB" sz="2000" dirty="0" err="1"/>
              <a:t>eu</a:t>
            </a:r>
            <a:r>
              <a:rPr lang="en-GB" sz="2000" dirty="0"/>
              <a:t> </a:t>
            </a:r>
            <a:r>
              <a:rPr lang="en-GB" sz="2000" dirty="0" err="1"/>
              <a:t>tortor</a:t>
            </a:r>
            <a:r>
              <a:rPr lang="en-GB" sz="2000" dirty="0"/>
              <a:t> </a:t>
            </a:r>
            <a:r>
              <a:rPr lang="en-GB" sz="2000" dirty="0" err="1"/>
              <a:t>nec</a:t>
            </a:r>
            <a:r>
              <a:rPr lang="en-GB" sz="2000" dirty="0"/>
              <a:t> </a:t>
            </a:r>
            <a:r>
              <a:rPr lang="en-GB" sz="2000" dirty="0" err="1"/>
              <a:t>placerat</a:t>
            </a:r>
            <a:r>
              <a:rPr lang="en-GB" sz="2000" dirty="0"/>
              <a:t>. </a:t>
            </a:r>
            <a:r>
              <a:rPr lang="en-GB" sz="2000" dirty="0" err="1"/>
              <a:t>Sed</a:t>
            </a:r>
            <a:r>
              <a:rPr lang="en-GB" sz="2000" dirty="0"/>
              <a:t> et </a:t>
            </a:r>
            <a:r>
              <a:rPr lang="en-GB" sz="2000" dirty="0" err="1"/>
              <a:t>mauris</a:t>
            </a:r>
            <a:r>
              <a:rPr lang="en-GB" sz="2000" dirty="0"/>
              <a:t> </a:t>
            </a:r>
            <a:r>
              <a:rPr lang="en-GB" sz="2000" dirty="0" err="1"/>
              <a:t>vel</a:t>
            </a:r>
            <a:r>
              <a:rPr lang="en-GB" sz="2000" dirty="0"/>
              <a:t> </a:t>
            </a:r>
            <a:r>
              <a:rPr lang="en-GB" sz="2000" dirty="0" err="1"/>
              <a:t>dolor</a:t>
            </a:r>
            <a:r>
              <a:rPr lang="en-GB" sz="2000" dirty="0"/>
              <a:t> convallis maximus et </a:t>
            </a:r>
            <a:r>
              <a:rPr lang="en-GB" sz="2000" dirty="0" err="1"/>
              <a:t>eget</a:t>
            </a:r>
            <a:r>
              <a:rPr lang="en-GB" sz="2000" dirty="0"/>
              <a:t> diam. Ut </a:t>
            </a:r>
            <a:r>
              <a:rPr lang="en-GB" sz="2000" dirty="0" err="1"/>
              <a:t>sem</a:t>
            </a:r>
            <a:r>
              <a:rPr lang="en-GB" sz="2000" dirty="0"/>
              <a:t> </a:t>
            </a:r>
            <a:r>
              <a:rPr lang="en-GB" sz="2000" dirty="0" err="1"/>
              <a:t>nisl</a:t>
            </a:r>
            <a:r>
              <a:rPr lang="en-GB" sz="2000" dirty="0"/>
              <a:t>, </a:t>
            </a:r>
            <a:r>
              <a:rPr lang="en-GB" sz="2000" dirty="0" err="1"/>
              <a:t>venenatis</a:t>
            </a:r>
            <a:r>
              <a:rPr lang="en-GB" sz="2000" dirty="0"/>
              <a:t> </a:t>
            </a:r>
            <a:r>
              <a:rPr lang="en-GB" sz="2000" dirty="0" err="1"/>
              <a:t>nec</a:t>
            </a:r>
            <a:r>
              <a:rPr lang="en-GB" sz="2000" dirty="0"/>
              <a:t>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a:t>
            </a:r>
            <a:r>
              <a:rPr lang="en-GB" sz="2000" dirty="0"/>
              <a:t>.</a:t>
            </a:r>
            <a:endParaRPr lang="de-DE" sz="2000" dirty="0"/>
          </a:p>
        </p:txBody>
      </p:sp>
      <p:sp>
        <p:nvSpPr>
          <p:cNvPr id="44" name="Text Placeholder 2">
            <a:extLst>
              <a:ext uri="{FF2B5EF4-FFF2-40B4-BE49-F238E27FC236}">
                <a16:creationId xmlns:a16="http://schemas.microsoft.com/office/drawing/2014/main" id="{AFB4089D-3C6E-A98D-23F1-5A31B36E71A4}"/>
              </a:ext>
            </a:extLst>
          </p:cNvPr>
          <p:cNvSpPr txBox="1">
            <a:spLocks noChangeAspect="1"/>
          </p:cNvSpPr>
          <p:nvPr/>
        </p:nvSpPr>
        <p:spPr>
          <a:xfrm>
            <a:off x="14293299" y="1909901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Highlights </a:t>
            </a:r>
          </a:p>
        </p:txBody>
      </p:sp>
      <p:sp>
        <p:nvSpPr>
          <p:cNvPr id="45" name="Text Placeholder 2">
            <a:extLst>
              <a:ext uri="{FF2B5EF4-FFF2-40B4-BE49-F238E27FC236}">
                <a16:creationId xmlns:a16="http://schemas.microsoft.com/office/drawing/2014/main" id="{412C6CC7-2484-A09D-5BE1-6FA4357D143E}"/>
              </a:ext>
            </a:extLst>
          </p:cNvPr>
          <p:cNvSpPr txBox="1">
            <a:spLocks/>
          </p:cNvSpPr>
          <p:nvPr/>
        </p:nvSpPr>
        <p:spPr>
          <a:xfrm>
            <a:off x="14293299" y="20229373"/>
            <a:ext cx="5760000" cy="359924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marL="180000" indent="-180000" algn="just" defTabSz="895518">
              <a:spcBef>
                <a:spcPts val="600"/>
              </a:spcBef>
              <a:buFont typeface="Arial" panose="020B0604020202020204" pitchFamily="34" charset="0"/>
              <a:buChar char="•"/>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p>
          <a:p>
            <a:pPr marL="180000" indent="-180000" algn="just" defTabSz="895518">
              <a:spcBef>
                <a:spcPts val="600"/>
              </a:spcBef>
              <a:buFont typeface="Arial" panose="020B0604020202020204" pitchFamily="34" charset="0"/>
              <a:buChar char="•"/>
            </a:pP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p>
          <a:p>
            <a:pPr marL="180000" indent="-180000" algn="just" defTabSz="895518">
              <a:spcBef>
                <a:spcPts val="600"/>
              </a:spcBef>
              <a:buFont typeface="Arial" panose="020B0604020202020204" pitchFamily="34" charset="0"/>
              <a:buChar char="•"/>
            </a:pP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p>
          <a:p>
            <a:pPr marL="180000" indent="-180000" algn="just" defTabSz="895518">
              <a:spcBef>
                <a:spcPts val="600"/>
              </a:spcBef>
              <a:buFont typeface="Arial" panose="020B0604020202020204" pitchFamily="34" charset="0"/>
              <a:buChar char="•"/>
            </a:pP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 </a:t>
            </a:r>
            <a:r>
              <a:rPr lang="de-DE" sz="2000" dirty="0" err="1"/>
              <a:t>elit</a:t>
            </a:r>
            <a:r>
              <a:rPr lang="de-DE" sz="2000" dirty="0"/>
              <a:t>.</a:t>
            </a:r>
          </a:p>
        </p:txBody>
      </p:sp>
      <p:sp>
        <p:nvSpPr>
          <p:cNvPr id="49" name="Text Placeholder 2">
            <a:extLst>
              <a:ext uri="{FF2B5EF4-FFF2-40B4-BE49-F238E27FC236}">
                <a16:creationId xmlns:a16="http://schemas.microsoft.com/office/drawing/2014/main" id="{04E04333-2F6B-D39D-71A1-11D8F806B59B}"/>
              </a:ext>
            </a:extLst>
          </p:cNvPr>
          <p:cNvSpPr txBox="1">
            <a:spLocks/>
          </p:cNvSpPr>
          <p:nvPr/>
        </p:nvSpPr>
        <p:spPr>
          <a:xfrm>
            <a:off x="16803285" y="27820664"/>
            <a:ext cx="3297641" cy="667504"/>
          </a:xfrm>
          <a:prstGeom prst="rect">
            <a:avLst/>
          </a:prstGeom>
          <a:noFill/>
        </p:spPr>
        <p:txBody>
          <a:bodyPr vert="horz" lIns="432000" tIns="360000" rIns="360000" bIns="360000" numCol="1" rtlCol="0" anchor="ctr">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1800" i="1" dirty="0"/>
              <a:t>    </a:t>
            </a:r>
            <a:r>
              <a:rPr lang="de-DE" sz="1800" i="1" dirty="0" err="1"/>
              <a:t>bchwtz</a:t>
            </a:r>
            <a:r>
              <a:rPr lang="de-DE" sz="1800" i="1" dirty="0"/>
              <a:t>/</a:t>
            </a:r>
            <a:r>
              <a:rPr lang="de-DE" sz="1800" i="1" dirty="0" err="1"/>
              <a:t>bchwtz-dtng</a:t>
            </a:r>
            <a:endParaRPr lang="de-DE" sz="1800" i="1" dirty="0"/>
          </a:p>
        </p:txBody>
      </p:sp>
      <p:sp>
        <p:nvSpPr>
          <p:cNvPr id="50" name="Text Placeholder 2">
            <a:extLst>
              <a:ext uri="{FF2B5EF4-FFF2-40B4-BE49-F238E27FC236}">
                <a16:creationId xmlns:a16="http://schemas.microsoft.com/office/drawing/2014/main" id="{8D108078-8F46-D3CE-155C-3136F26B573B}"/>
              </a:ext>
            </a:extLst>
          </p:cNvPr>
          <p:cNvSpPr txBox="1">
            <a:spLocks/>
          </p:cNvSpPr>
          <p:nvPr/>
        </p:nvSpPr>
        <p:spPr>
          <a:xfrm>
            <a:off x="14333502" y="27811014"/>
            <a:ext cx="2469783" cy="667504"/>
          </a:xfrm>
          <a:prstGeom prst="rect">
            <a:avLst/>
          </a:prstGeom>
          <a:noFill/>
        </p:spPr>
        <p:txBody>
          <a:bodyPr vert="horz" lIns="360000" tIns="360000" rIns="108000" bIns="360000" numCol="1" rtlCol="0" anchor="ctr">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lnSpc>
                <a:spcPct val="100000"/>
              </a:lnSpc>
              <a:spcBef>
                <a:spcPts val="0"/>
              </a:spcBef>
            </a:pPr>
            <a:r>
              <a:rPr lang="de-DE" sz="1800" b="1" i="1" dirty="0"/>
              <a:t>Digitale Quellen</a:t>
            </a:r>
          </a:p>
          <a:p>
            <a:pPr algn="just" defTabSz="895518">
              <a:lnSpc>
                <a:spcPct val="100000"/>
              </a:lnSpc>
              <a:spcBef>
                <a:spcPts val="0"/>
              </a:spcBef>
            </a:pPr>
            <a:r>
              <a:rPr lang="de-DE" sz="1800" b="1" i="1" dirty="0"/>
              <a:t>und Anhang:</a:t>
            </a:r>
          </a:p>
        </p:txBody>
      </p:sp>
      <p:pic>
        <p:nvPicPr>
          <p:cNvPr id="1026" name="Picture 2" descr="Github Logo - Free social media icons">
            <a:extLst>
              <a:ext uri="{FF2B5EF4-FFF2-40B4-BE49-F238E27FC236}">
                <a16:creationId xmlns:a16="http://schemas.microsoft.com/office/drawing/2014/main" id="{7C1782D6-8C19-5B11-5822-F8C2D43B10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0114" y="27920087"/>
            <a:ext cx="449358" cy="4493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Tabelle 50">
            <a:extLst>
              <a:ext uri="{FF2B5EF4-FFF2-40B4-BE49-F238E27FC236}">
                <a16:creationId xmlns:a16="http://schemas.microsoft.com/office/drawing/2014/main" id="{D5A9B0AB-689C-9BD7-1817-DE891B47F971}"/>
              </a:ext>
            </a:extLst>
          </p:cNvPr>
          <p:cNvGraphicFramePr>
            <a:graphicFrameLocks noGrp="1"/>
          </p:cNvGraphicFramePr>
          <p:nvPr>
            <p:extLst>
              <p:ext uri="{D42A27DB-BD31-4B8C-83A1-F6EECF244321}">
                <p14:modId xmlns:p14="http://schemas.microsoft.com/office/powerpoint/2010/main" val="883066760"/>
              </p:ext>
            </p:extLst>
          </p:nvPr>
        </p:nvGraphicFramePr>
        <p:xfrm>
          <a:off x="14626157" y="7560317"/>
          <a:ext cx="5122864" cy="1981200"/>
        </p:xfrm>
        <a:graphic>
          <a:graphicData uri="http://schemas.openxmlformats.org/drawingml/2006/table">
            <a:tbl>
              <a:tblPr firstRow="1" bandRow="1">
                <a:tableStyleId>{2D5ABB26-0587-4C30-8999-92F81FD0307C}</a:tableStyleId>
              </a:tblPr>
              <a:tblGrid>
                <a:gridCol w="1280716">
                  <a:extLst>
                    <a:ext uri="{9D8B030D-6E8A-4147-A177-3AD203B41FA5}">
                      <a16:colId xmlns:a16="http://schemas.microsoft.com/office/drawing/2014/main" val="3162262842"/>
                    </a:ext>
                  </a:extLst>
                </a:gridCol>
                <a:gridCol w="1280716">
                  <a:extLst>
                    <a:ext uri="{9D8B030D-6E8A-4147-A177-3AD203B41FA5}">
                      <a16:colId xmlns:a16="http://schemas.microsoft.com/office/drawing/2014/main" val="2303208804"/>
                    </a:ext>
                  </a:extLst>
                </a:gridCol>
                <a:gridCol w="1280716">
                  <a:extLst>
                    <a:ext uri="{9D8B030D-6E8A-4147-A177-3AD203B41FA5}">
                      <a16:colId xmlns:a16="http://schemas.microsoft.com/office/drawing/2014/main" val="1565372895"/>
                    </a:ext>
                  </a:extLst>
                </a:gridCol>
                <a:gridCol w="1280716">
                  <a:extLst>
                    <a:ext uri="{9D8B030D-6E8A-4147-A177-3AD203B41FA5}">
                      <a16:colId xmlns:a16="http://schemas.microsoft.com/office/drawing/2014/main" val="2724980393"/>
                    </a:ext>
                  </a:extLst>
                </a:gridCol>
              </a:tblGrid>
              <a:tr h="370840">
                <a:tc>
                  <a:txBody>
                    <a:bodyPr/>
                    <a:lstStyle/>
                    <a:p>
                      <a:r>
                        <a:rPr lang="de-DE" sz="2000" b="1" dirty="0">
                          <a:latin typeface="Arial" panose="020B0604020202020204" pitchFamily="34" charset="0"/>
                          <a:cs typeface="Arial" panose="020B0604020202020204" pitchFamily="34" charset="0"/>
                        </a:rPr>
                        <a:t>Modell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639533"/>
                  </a:ext>
                </a:extLst>
              </a:tr>
              <a:tr h="370840">
                <a:tc>
                  <a:txBody>
                    <a:bodyPr/>
                    <a:lstStyle/>
                    <a:p>
                      <a:r>
                        <a:rPr lang="de-DE" sz="2000" dirty="0">
                          <a:latin typeface="Arial" panose="020B0604020202020204" pitchFamily="34" charset="0"/>
                          <a:cs typeface="Arial" panose="020B0604020202020204" pitchFamily="34" charset="0"/>
                        </a:rPr>
                        <a:t>Modell A</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1.00</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1.78</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0.03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72684323"/>
                  </a:ext>
                </a:extLst>
              </a:tr>
              <a:tr h="370840">
                <a:tc>
                  <a:txBody>
                    <a:bodyPr/>
                    <a:lstStyle/>
                    <a:p>
                      <a:r>
                        <a:rPr lang="de-DE" sz="2000" dirty="0">
                          <a:latin typeface="Arial" panose="020B0604020202020204" pitchFamily="34" charset="0"/>
                          <a:cs typeface="Arial" panose="020B0604020202020204" pitchFamily="34" charset="0"/>
                        </a:rPr>
                        <a:t>Modell B</a:t>
                      </a:r>
                    </a:p>
                  </a:txBody>
                  <a:tcPr/>
                </a:tc>
                <a:tc>
                  <a:txBody>
                    <a:bodyPr/>
                    <a:lstStyle/>
                    <a:p>
                      <a:pPr algn="r"/>
                      <a:r>
                        <a:rPr lang="de-DE" sz="2000" dirty="0">
                          <a:latin typeface="Arial" panose="020B0604020202020204" pitchFamily="34" charset="0"/>
                          <a:cs typeface="Arial" panose="020B0604020202020204" pitchFamily="34" charset="0"/>
                        </a:rPr>
                        <a:t>2.25</a:t>
                      </a:r>
                    </a:p>
                  </a:txBody>
                  <a:tcPr/>
                </a:tc>
                <a:tc>
                  <a:txBody>
                    <a:bodyPr/>
                    <a:lstStyle/>
                    <a:p>
                      <a:pPr algn="r"/>
                      <a:r>
                        <a:rPr lang="de-DE" sz="2000" dirty="0">
                          <a:latin typeface="Arial" panose="020B0604020202020204" pitchFamily="34" charset="0"/>
                          <a:cs typeface="Arial" panose="020B0604020202020204" pitchFamily="34" charset="0"/>
                        </a:rPr>
                        <a:t>1.98</a:t>
                      </a:r>
                    </a:p>
                  </a:txBody>
                  <a:tcPr/>
                </a:tc>
                <a:tc>
                  <a:txBody>
                    <a:bodyPr/>
                    <a:lstStyle/>
                    <a:p>
                      <a:pPr algn="r"/>
                      <a:r>
                        <a:rPr lang="de-DE" sz="2000" dirty="0">
                          <a:latin typeface="Arial" panose="020B0604020202020204" pitchFamily="34" charset="0"/>
                          <a:cs typeface="Arial" panose="020B0604020202020204" pitchFamily="34" charset="0"/>
                        </a:rPr>
                        <a:t>0.78</a:t>
                      </a:r>
                    </a:p>
                  </a:txBody>
                  <a:tcPr/>
                </a:tc>
                <a:extLst>
                  <a:ext uri="{0D108BD9-81ED-4DB2-BD59-A6C34878D82A}">
                    <a16:rowId xmlns:a16="http://schemas.microsoft.com/office/drawing/2014/main" val="3258759407"/>
                  </a:ext>
                </a:extLst>
              </a:tr>
              <a:tr h="370840">
                <a:tc>
                  <a:txBody>
                    <a:bodyPr/>
                    <a:lstStyle/>
                    <a:p>
                      <a:r>
                        <a:rPr lang="de-DE" sz="2000" dirty="0">
                          <a:latin typeface="Arial" panose="020B0604020202020204" pitchFamily="34" charset="0"/>
                          <a:cs typeface="Arial" panose="020B0604020202020204" pitchFamily="34" charset="0"/>
                        </a:rPr>
                        <a:t>Modell C</a:t>
                      </a:r>
                    </a:p>
                  </a:txBody>
                  <a:tcPr/>
                </a:tc>
                <a:tc>
                  <a:txBody>
                    <a:bodyPr/>
                    <a:lstStyle/>
                    <a:p>
                      <a:pPr algn="r"/>
                      <a:r>
                        <a:rPr lang="de-DE" sz="2000" dirty="0">
                          <a:latin typeface="Arial" panose="020B0604020202020204" pitchFamily="34" charset="0"/>
                          <a:cs typeface="Arial" panose="020B0604020202020204" pitchFamily="34" charset="0"/>
                        </a:rPr>
                        <a:t>2.45</a:t>
                      </a:r>
                    </a:p>
                  </a:txBody>
                  <a:tcPr/>
                </a:tc>
                <a:tc>
                  <a:txBody>
                    <a:bodyPr/>
                    <a:lstStyle/>
                    <a:p>
                      <a:pPr algn="r"/>
                      <a:r>
                        <a:rPr lang="de-DE" sz="2000" dirty="0">
                          <a:latin typeface="Arial" panose="020B0604020202020204" pitchFamily="34" charset="0"/>
                          <a:cs typeface="Arial" panose="020B0604020202020204" pitchFamily="34" charset="0"/>
                        </a:rPr>
                        <a:t>2.30</a:t>
                      </a:r>
                    </a:p>
                  </a:txBody>
                  <a:tcPr/>
                </a:tc>
                <a:tc>
                  <a:txBody>
                    <a:bodyPr/>
                    <a:lstStyle/>
                    <a:p>
                      <a:pPr algn="r"/>
                      <a:r>
                        <a:rPr lang="de-DE" sz="2000" dirty="0">
                          <a:latin typeface="Arial" panose="020B0604020202020204" pitchFamily="34" charset="0"/>
                          <a:cs typeface="Arial" panose="020B0604020202020204" pitchFamily="34" charset="0"/>
                        </a:rPr>
                        <a:t>1.00</a:t>
                      </a:r>
                    </a:p>
                  </a:txBody>
                  <a:tcPr/>
                </a:tc>
                <a:extLst>
                  <a:ext uri="{0D108BD9-81ED-4DB2-BD59-A6C34878D82A}">
                    <a16:rowId xmlns:a16="http://schemas.microsoft.com/office/drawing/2014/main" val="859016427"/>
                  </a:ext>
                </a:extLst>
              </a:tr>
              <a:tr h="370840">
                <a:tc>
                  <a:txBody>
                    <a:bodyPr/>
                    <a:lstStyle/>
                    <a:p>
                      <a:r>
                        <a:rPr lang="de-DE" sz="2000" dirty="0">
                          <a:latin typeface="Arial" panose="020B0604020202020204" pitchFamily="34" charset="0"/>
                          <a:cs typeface="Arial" panose="020B0604020202020204" pitchFamily="34" charset="0"/>
                        </a:rPr>
                        <a:t>Modell D</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5.50</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4.87</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12.76</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9779664"/>
                  </a:ext>
                </a:extLst>
              </a:tr>
            </a:tbl>
          </a:graphicData>
        </a:graphic>
      </p:graphicFrame>
      <p:sp>
        <p:nvSpPr>
          <p:cNvPr id="52" name="Textfeld 51">
            <a:extLst>
              <a:ext uri="{FF2B5EF4-FFF2-40B4-BE49-F238E27FC236}">
                <a16:creationId xmlns:a16="http://schemas.microsoft.com/office/drawing/2014/main" id="{8EA05B4A-513F-65A5-BBC9-5A892DD00BDB}"/>
              </a:ext>
            </a:extLst>
          </p:cNvPr>
          <p:cNvSpPr txBox="1"/>
          <p:nvPr/>
        </p:nvSpPr>
        <p:spPr>
          <a:xfrm>
            <a:off x="15304915" y="9662562"/>
            <a:ext cx="3479350" cy="400110"/>
          </a:xfrm>
          <a:prstGeom prst="rect">
            <a:avLst/>
          </a:prstGeom>
          <a:noFill/>
        </p:spPr>
        <p:txBody>
          <a:bodyPr wrap="none" rtlCol="0">
            <a:spAutoFit/>
          </a:bodyPr>
          <a:lstStyle/>
          <a:p>
            <a:r>
              <a:rPr lang="de-DE" sz="2000" i="1" dirty="0">
                <a:latin typeface="Arial" panose="020B0604020202020204" pitchFamily="34" charset="0"/>
                <a:cs typeface="Arial" panose="020B0604020202020204" pitchFamily="34" charset="0"/>
              </a:rPr>
              <a:t>Tab. 1:   </a:t>
            </a:r>
            <a:r>
              <a:rPr lang="de-DE" sz="2000" i="1" dirty="0" err="1">
                <a:latin typeface="Arial" panose="020B0604020202020204" pitchFamily="34" charset="0"/>
                <a:cs typeface="Arial" panose="020B0604020202020204" pitchFamily="34" charset="0"/>
              </a:rPr>
              <a:t>Evaluationsmetriken</a:t>
            </a:r>
            <a:endParaRPr lang="de-DE" sz="2000" i="1" dirty="0">
              <a:latin typeface="Arial" panose="020B0604020202020204" pitchFamily="34" charset="0"/>
              <a:cs typeface="Arial" panose="020B0604020202020204" pitchFamily="34" charset="0"/>
            </a:endParaRPr>
          </a:p>
        </p:txBody>
      </p:sp>
      <p:sp>
        <p:nvSpPr>
          <p:cNvPr id="2" name="Text Placeholder 2">
            <a:extLst>
              <a:ext uri="{FF2B5EF4-FFF2-40B4-BE49-F238E27FC236}">
                <a16:creationId xmlns:a16="http://schemas.microsoft.com/office/drawing/2014/main" id="{4D81B4D4-2E25-FC25-D2F2-A5C51BBCE1C0}"/>
              </a:ext>
            </a:extLst>
          </p:cNvPr>
          <p:cNvSpPr txBox="1">
            <a:spLocks noChangeAspect="1"/>
          </p:cNvSpPr>
          <p:nvPr/>
        </p:nvSpPr>
        <p:spPr>
          <a:xfrm>
            <a:off x="7811812" y="1665132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Implementierungsdetails</a:t>
            </a:r>
          </a:p>
        </p:txBody>
      </p:sp>
      <p:sp>
        <p:nvSpPr>
          <p:cNvPr id="3" name="Text Placeholder 2">
            <a:extLst>
              <a:ext uri="{FF2B5EF4-FFF2-40B4-BE49-F238E27FC236}">
                <a16:creationId xmlns:a16="http://schemas.microsoft.com/office/drawing/2014/main" id="{B464C614-4E52-2179-F81D-8FF64A230BF0}"/>
              </a:ext>
            </a:extLst>
          </p:cNvPr>
          <p:cNvSpPr txBox="1">
            <a:spLocks/>
          </p:cNvSpPr>
          <p:nvPr/>
        </p:nvSpPr>
        <p:spPr>
          <a:xfrm>
            <a:off x="7811812" y="17781683"/>
            <a:ext cx="5760000" cy="6467166"/>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err="1"/>
              <a:t>Fusce</a:t>
            </a:r>
            <a:r>
              <a:rPr lang="de-DE" sz="2000" dirty="0"/>
              <a:t> </a:t>
            </a:r>
            <a:r>
              <a:rPr lang="de-DE" sz="2000" dirty="0" err="1"/>
              <a:t>facilisis</a:t>
            </a:r>
            <a:r>
              <a:rPr lang="de-DE" sz="2000" dirty="0"/>
              <a:t> </a:t>
            </a:r>
            <a:r>
              <a:rPr lang="de-DE" sz="2000" dirty="0" err="1"/>
              <a:t>finibus</a:t>
            </a:r>
            <a:r>
              <a:rPr lang="de-DE" sz="2000" dirty="0"/>
              <a:t> </a:t>
            </a:r>
            <a:r>
              <a:rPr lang="de-DE" sz="2000" dirty="0" err="1"/>
              <a:t>velit</a:t>
            </a:r>
            <a:r>
              <a:rPr lang="de-DE" sz="2000" dirty="0"/>
              <a:t>. Sed </a:t>
            </a:r>
            <a:r>
              <a:rPr lang="de-DE" sz="2000" dirty="0" err="1"/>
              <a:t>fringilla</a:t>
            </a:r>
            <a:r>
              <a:rPr lang="de-DE" sz="2000" dirty="0"/>
              <a:t>, </a:t>
            </a:r>
            <a:r>
              <a:rPr lang="de-DE" sz="2000" dirty="0" err="1"/>
              <a:t>tortor</a:t>
            </a:r>
            <a:r>
              <a:rPr lang="de-DE" sz="2000" dirty="0"/>
              <a:t> non </a:t>
            </a:r>
            <a:r>
              <a:rPr lang="de-DE" sz="2000" dirty="0" err="1"/>
              <a:t>rutrum</a:t>
            </a:r>
            <a:r>
              <a:rPr lang="de-DE" sz="2000" dirty="0"/>
              <a:t> </a:t>
            </a:r>
            <a:r>
              <a:rPr lang="de-DE" sz="2000" dirty="0" err="1"/>
              <a:t>sagittis</a:t>
            </a:r>
            <a:r>
              <a:rPr lang="de-DE" sz="2000" dirty="0"/>
              <a:t> </a:t>
            </a:r>
            <a:r>
              <a:rPr lang="de-DE" sz="2000" dirty="0" err="1">
                <a:latin typeface="Menlo" panose="020B0609030804020204" pitchFamily="49" charset="0"/>
                <a:ea typeface="Menlo" panose="020B0609030804020204" pitchFamily="49" charset="0"/>
                <a:cs typeface="Menlo" panose="020B0609030804020204" pitchFamily="49" charset="0"/>
              </a:rPr>
              <a:t>samplevariance</a:t>
            </a:r>
            <a:r>
              <a:rPr lang="de-DE" sz="2000" dirty="0"/>
              <a:t>.</a:t>
            </a:r>
          </a:p>
          <a:p>
            <a:pPr algn="just" defTabSz="895518">
              <a:lnSpc>
                <a:spcPct val="100000"/>
              </a:lnSpc>
              <a:spcBef>
                <a:spcPts val="0"/>
              </a:spcBef>
            </a:pPr>
            <a:endParaRPr lang="de-DE" sz="1400" dirty="0">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err="1">
                <a:latin typeface="Menlo" panose="020B0609030804020204" pitchFamily="49" charset="0"/>
                <a:ea typeface="Menlo" panose="020B0609030804020204" pitchFamily="49" charset="0"/>
                <a:cs typeface="Menlo" panose="020B0609030804020204" pitchFamily="49" charset="0"/>
              </a:rPr>
              <a:t>samplevariance</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function</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n</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length</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Sample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size</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x_mean</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mean</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na.rm</a:t>
            </a:r>
            <a:r>
              <a:rPr lang="de-DE" sz="1200" dirty="0">
                <a:latin typeface="Menlo" panose="020B0609030804020204" pitchFamily="49" charset="0"/>
                <a:ea typeface="Menlo" panose="020B0609030804020204" pitchFamily="49" charset="0"/>
                <a:cs typeface="Menlo" panose="020B0609030804020204" pitchFamily="49" charset="0"/>
              </a:rPr>
              <a:t> = TRUE)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Calculate</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mean</a:t>
            </a:r>
            <a:endParaRPr lang="de-DE" sz="1200" dirty="0">
              <a:solidFill>
                <a:srgbClr val="00B050"/>
              </a:solidFill>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v &lt;- (</a:t>
            </a:r>
            <a:r>
              <a:rPr lang="de-DE" sz="1200" dirty="0" err="1">
                <a:latin typeface="Menlo" panose="020B0609030804020204" pitchFamily="49" charset="0"/>
                <a:ea typeface="Menlo" panose="020B0609030804020204" pitchFamily="49" charset="0"/>
                <a:cs typeface="Menlo" panose="020B0609030804020204" pitchFamily="49" charset="0"/>
              </a:rPr>
              <a:t>data-x_mean</a:t>
            </a:r>
            <a:r>
              <a:rPr lang="de-DE" sz="1200" dirty="0">
                <a:latin typeface="Menlo" panose="020B0609030804020204" pitchFamily="49" charset="0"/>
                <a:ea typeface="Menlo" panose="020B0609030804020204" pitchFamily="49" charset="0"/>
                <a:cs typeface="Menlo" panose="020B0609030804020204" pitchFamily="49" charset="0"/>
              </a:rPr>
              <a:t>)^2/(n-1)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See Formula</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return</a:t>
            </a:r>
            <a:r>
              <a:rPr lang="de-DE" sz="1200" dirty="0">
                <a:latin typeface="Menlo" panose="020B0609030804020204" pitchFamily="49" charset="0"/>
                <a:ea typeface="Menlo" panose="020B0609030804020204" pitchFamily="49" charset="0"/>
                <a:cs typeface="Menlo" panose="020B0609030804020204" pitchFamily="49" charset="0"/>
              </a:rPr>
              <a:t>(v)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Return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result</a:t>
            </a:r>
            <a:endParaRPr lang="de-DE" sz="1200" dirty="0">
              <a:solidFill>
                <a:srgbClr val="00B050"/>
              </a:solidFill>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a:t>
            </a:r>
          </a:p>
          <a:p>
            <a:pPr algn="just" defTabSz="895518">
              <a:spcBef>
                <a:spcPct val="50000"/>
              </a:spcBef>
            </a:pP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Nullam</a:t>
            </a:r>
            <a:r>
              <a:rPr lang="de-DE" sz="2000" dirty="0"/>
              <a:t> et </a:t>
            </a:r>
            <a:r>
              <a:rPr lang="de-DE" sz="2000" dirty="0" err="1"/>
              <a:t>sollicitudin</a:t>
            </a:r>
            <a:r>
              <a:rPr lang="de-DE" sz="2000" dirty="0"/>
              <a:t> erat, </a:t>
            </a:r>
            <a:r>
              <a:rPr lang="de-DE" sz="2000" dirty="0" err="1"/>
              <a:t>vel</a:t>
            </a:r>
            <a:r>
              <a:rPr lang="de-DE" sz="2000" dirty="0"/>
              <a:t> </a:t>
            </a:r>
            <a:r>
              <a:rPr lang="de-DE" sz="2000" dirty="0" err="1"/>
              <a:t>lacinia</a:t>
            </a:r>
            <a:r>
              <a:rPr lang="de-DE" sz="2000" dirty="0"/>
              <a:t> </a:t>
            </a:r>
            <a:r>
              <a:rPr lang="de-DE" sz="2000" dirty="0" err="1"/>
              <a:t>elit</a:t>
            </a:r>
            <a:r>
              <a:rPr lang="de-DE" sz="2000" dirty="0"/>
              <a:t>. </a:t>
            </a:r>
          </a:p>
          <a:p>
            <a:pPr algn="just" defTabSz="895518">
              <a:spcBef>
                <a:spcPct val="50000"/>
              </a:spcBef>
            </a:pPr>
            <a:r>
              <a:rPr lang="de-DE" sz="2000" b="1" dirty="0" err="1">
                <a:latin typeface="Menlo" panose="020B0609030804020204" pitchFamily="49" charset="0"/>
                <a:ea typeface="Menlo" panose="020B0609030804020204" pitchFamily="49" charset="0"/>
                <a:cs typeface="Menlo" panose="020B0609030804020204" pitchFamily="49" charset="0"/>
              </a:rPr>
              <a:t>data</a:t>
            </a:r>
            <a:r>
              <a:rPr lang="de-DE" sz="2000" dirty="0"/>
              <a:t>: </a:t>
            </a:r>
            <a:r>
              <a:rPr lang="de-DE" sz="2000" dirty="0" err="1"/>
              <a:t>haec</a:t>
            </a:r>
            <a:r>
              <a:rPr lang="de-DE" sz="2000" dirty="0"/>
              <a:t> </a:t>
            </a:r>
            <a:r>
              <a:rPr lang="de-DE" sz="2000" dirty="0" err="1"/>
              <a:t>sunt</a:t>
            </a:r>
            <a:r>
              <a:rPr lang="de-DE" sz="2000" dirty="0"/>
              <a:t> </a:t>
            </a:r>
            <a:r>
              <a:rPr lang="de-DE" sz="2000" dirty="0" err="1"/>
              <a:t>data</a:t>
            </a:r>
            <a:r>
              <a:rPr lang="de-DE" sz="2000" dirty="0"/>
              <a:t> </a:t>
            </a:r>
            <a:r>
              <a:rPr lang="de-DE" sz="2000" dirty="0" err="1"/>
              <a:t>vector.Quisque</a:t>
            </a:r>
            <a:r>
              <a:rPr lang="de-DE" sz="2000" dirty="0"/>
              <a:t> </a:t>
            </a:r>
            <a:r>
              <a:rPr lang="de-DE" sz="2000" dirty="0" err="1"/>
              <a:t>condimentum</a:t>
            </a:r>
            <a:r>
              <a:rPr lang="de-DE" sz="2000" dirty="0"/>
              <a:t> </a:t>
            </a:r>
            <a:r>
              <a:rPr lang="de-DE" sz="2000" dirty="0" err="1"/>
              <a:t>nibh</a:t>
            </a:r>
            <a:r>
              <a:rPr lang="de-DE" sz="2000" dirty="0"/>
              <a:t> </a:t>
            </a:r>
            <a:r>
              <a:rPr lang="de-DE" sz="2000" dirty="0" err="1"/>
              <a:t>sapien</a:t>
            </a:r>
            <a:r>
              <a:rPr lang="de-DE" sz="2000" dirty="0"/>
              <a:t>, </a:t>
            </a:r>
            <a:r>
              <a:rPr lang="de-DE" sz="2000" dirty="0" err="1"/>
              <a:t>eu</a:t>
            </a:r>
            <a:r>
              <a:rPr lang="de-DE" sz="2000" dirty="0"/>
              <a:t> </a:t>
            </a:r>
            <a:r>
              <a:rPr lang="de-DE" sz="2000" dirty="0" err="1"/>
              <a:t>venenatis</a:t>
            </a:r>
            <a:r>
              <a:rPr lang="de-DE" sz="2000" dirty="0"/>
              <a:t> </a:t>
            </a:r>
            <a:r>
              <a:rPr lang="de-DE" sz="2000" dirty="0" err="1"/>
              <a:t>nunc</a:t>
            </a:r>
            <a:r>
              <a:rPr lang="de-DE" sz="2000" dirty="0"/>
              <a:t> </a:t>
            </a:r>
            <a:r>
              <a:rPr lang="de-DE" sz="2000" dirty="0" err="1"/>
              <a:t>hendrerit</a:t>
            </a:r>
            <a:r>
              <a:rPr lang="de-DE" sz="2000" dirty="0"/>
              <a:t> non. </a:t>
            </a:r>
          </a:p>
          <a:p>
            <a:pPr algn="just" defTabSz="895518">
              <a:spcBef>
                <a:spcPct val="50000"/>
              </a:spcBef>
            </a:pPr>
            <a:r>
              <a:rPr lang="de-DE" sz="2000" dirty="0"/>
              <a:t>Mauris Mauris </a:t>
            </a:r>
            <a:r>
              <a:rPr lang="de-DE" sz="2000" dirty="0" err="1"/>
              <a:t>leo</a:t>
            </a:r>
            <a:r>
              <a:rPr lang="de-DE" sz="2000" dirty="0"/>
              <a:t> </a:t>
            </a:r>
            <a:r>
              <a:rPr lang="de-DE" sz="2000" dirty="0" err="1"/>
              <a:t>libero</a:t>
            </a:r>
            <a:r>
              <a:rPr lang="de-DE" sz="2000" dirty="0"/>
              <a:t>, </a:t>
            </a:r>
            <a:r>
              <a:rPr lang="de-DE" sz="2000" dirty="0" err="1"/>
              <a:t>vulputate</a:t>
            </a:r>
            <a:r>
              <a:rPr lang="de-DE" sz="2000" dirty="0"/>
              <a:t> a </a:t>
            </a:r>
            <a:r>
              <a:rPr lang="de-DE" sz="2000" dirty="0" err="1"/>
              <a:t>justo</a:t>
            </a:r>
            <a:r>
              <a:rPr lang="de-DE" sz="2000" dirty="0"/>
              <a:t> </a:t>
            </a:r>
            <a:r>
              <a:rPr lang="de-DE" sz="2000" dirty="0" err="1"/>
              <a:t>nec</a:t>
            </a:r>
            <a:r>
              <a:rPr lang="de-DE" sz="2000" dirty="0"/>
              <a:t>, </a:t>
            </a:r>
            <a:r>
              <a:rPr lang="de-DE" sz="2000" dirty="0" err="1"/>
              <a:t>hendrerit</a:t>
            </a:r>
            <a:r>
              <a:rPr lang="de-DE" sz="2000" dirty="0"/>
              <a:t> </a:t>
            </a:r>
            <a:r>
              <a:rPr lang="de-DE" sz="2000" dirty="0" err="1"/>
              <a:t>feugiat</a:t>
            </a:r>
            <a:r>
              <a:rPr lang="de-DE" sz="2000" dirty="0"/>
              <a:t> </a:t>
            </a:r>
            <a:r>
              <a:rPr lang="de-DE" sz="2000" dirty="0" err="1"/>
              <a:t>odio</a:t>
            </a:r>
            <a:r>
              <a:rPr lang="de-DE" sz="2000" dirty="0"/>
              <a:t>. </a:t>
            </a:r>
            <a:r>
              <a:rPr lang="de-DE" sz="2000" dirty="0" err="1"/>
              <a:t>Fusce</a:t>
            </a:r>
            <a:r>
              <a:rPr lang="de-DE" sz="2000" dirty="0"/>
              <a:t> </a:t>
            </a:r>
            <a:r>
              <a:rPr lang="de-DE" sz="2000" dirty="0" err="1"/>
              <a:t>accumsan</a:t>
            </a:r>
            <a:r>
              <a:rPr lang="de-DE" sz="2000" dirty="0"/>
              <a:t>, </a:t>
            </a:r>
            <a:r>
              <a:rPr lang="de-DE" sz="2000" dirty="0" err="1"/>
              <a:t>diam</a:t>
            </a:r>
            <a:r>
              <a:rPr lang="de-DE" sz="2000" dirty="0"/>
              <a:t> </a:t>
            </a:r>
            <a:r>
              <a:rPr lang="de-DE" sz="2000" dirty="0" err="1"/>
              <a:t>quis</a:t>
            </a:r>
            <a:r>
              <a:rPr lang="de-DE" sz="2000" dirty="0"/>
              <a:t> </a:t>
            </a:r>
            <a:r>
              <a:rPr lang="de-DE" sz="2000" dirty="0" err="1"/>
              <a:t>dignissim</a:t>
            </a:r>
            <a:r>
              <a:rPr lang="de-DE" sz="2000" dirty="0"/>
              <a:t> </a:t>
            </a:r>
            <a:r>
              <a:rPr lang="de-DE" sz="2000" dirty="0" err="1"/>
              <a:t>eleifend</a:t>
            </a:r>
            <a:r>
              <a:rPr lang="de-DE" sz="2000" dirty="0"/>
              <a:t>, </a:t>
            </a:r>
            <a:r>
              <a:rPr lang="de-DE" sz="2000" dirty="0" err="1"/>
              <a:t>metus</a:t>
            </a:r>
            <a:r>
              <a:rPr lang="de-DE" sz="2000" dirty="0"/>
              <a:t> mi </a:t>
            </a:r>
            <a:r>
              <a:rPr lang="de-DE" sz="2000" dirty="0" err="1"/>
              <a:t>dapibus</a:t>
            </a:r>
            <a:r>
              <a:rPr lang="de-DE" sz="2000" dirty="0"/>
              <a:t> </a:t>
            </a:r>
            <a:r>
              <a:rPr lang="de-DE" sz="2000" dirty="0" err="1"/>
              <a:t>metus</a:t>
            </a:r>
            <a:r>
              <a:rPr lang="de-DE" sz="2000" dirty="0"/>
              <a:t>, </a:t>
            </a:r>
            <a:r>
              <a:rPr lang="de-DE" sz="2000" dirty="0" err="1"/>
              <a:t>dapibus</a:t>
            </a:r>
            <a:r>
              <a:rPr lang="de-DE" sz="2000" dirty="0"/>
              <a:t> </a:t>
            </a:r>
            <a:r>
              <a:rPr lang="de-DE" sz="2000" dirty="0" err="1"/>
              <a:t>scelerisque</a:t>
            </a:r>
            <a:r>
              <a:rPr lang="de-DE" sz="2000" dirty="0"/>
              <a:t> </a:t>
            </a:r>
            <a:r>
              <a:rPr lang="de-DE" sz="2000" dirty="0" err="1"/>
              <a:t>felis</a:t>
            </a:r>
            <a:r>
              <a:rPr lang="de-DE" sz="2000" dirty="0"/>
              <a:t> </a:t>
            </a:r>
            <a:r>
              <a:rPr lang="de-DE" sz="2000" dirty="0" err="1"/>
              <a:t>nunc</a:t>
            </a:r>
            <a:r>
              <a:rPr lang="de-DE" sz="2000" dirty="0"/>
              <a:t> et </a:t>
            </a:r>
            <a:r>
              <a:rPr lang="de-DE" sz="2000" dirty="0" err="1"/>
              <a:t>turpis</a:t>
            </a:r>
            <a:r>
              <a:rPr lang="de-DE" sz="2000" dirty="0"/>
              <a:t>. </a:t>
            </a:r>
            <a:r>
              <a:rPr lang="de-DE" sz="2000" dirty="0" err="1"/>
              <a:t>Nullam</a:t>
            </a:r>
            <a:r>
              <a:rPr lang="de-DE" sz="2000" dirty="0"/>
              <a:t> </a:t>
            </a:r>
            <a:r>
              <a:rPr lang="de-DE" sz="2000" dirty="0" err="1"/>
              <a:t>euismod</a:t>
            </a:r>
            <a:r>
              <a:rPr lang="de-DE" sz="2000" dirty="0"/>
              <a:t> </a:t>
            </a:r>
            <a:r>
              <a:rPr lang="de-DE" sz="2000" dirty="0" err="1"/>
              <a:t>sodales</a:t>
            </a:r>
            <a:r>
              <a:rPr lang="de-DE" sz="2000" dirty="0"/>
              <a:t> </a:t>
            </a:r>
            <a:r>
              <a:rPr lang="de-DE" sz="2000" dirty="0" err="1"/>
              <a:t>viverra</a:t>
            </a:r>
            <a:r>
              <a:rPr lang="de-DE" sz="2000" dirty="0"/>
              <a:t>.</a:t>
            </a:r>
          </a:p>
        </p:txBody>
      </p:sp>
      <p:sp>
        <p:nvSpPr>
          <p:cNvPr id="6" name="Textfeld 5">
            <a:extLst>
              <a:ext uri="{FF2B5EF4-FFF2-40B4-BE49-F238E27FC236}">
                <a16:creationId xmlns:a16="http://schemas.microsoft.com/office/drawing/2014/main" id="{AA763CA8-78A6-FD16-49A9-1C40BE68E395}"/>
              </a:ext>
            </a:extLst>
          </p:cNvPr>
          <p:cNvSpPr txBox="1"/>
          <p:nvPr/>
        </p:nvSpPr>
        <p:spPr>
          <a:xfrm>
            <a:off x="0" y="-1631216"/>
            <a:ext cx="16432062" cy="1631216"/>
          </a:xfrm>
          <a:prstGeom prst="rect">
            <a:avLst/>
          </a:prstGeom>
          <a:noFill/>
        </p:spPr>
        <p:txBody>
          <a:bodyPr wrap="none" rtlCol="0">
            <a:spAutoFit/>
          </a:bodyPr>
          <a:lstStyle/>
          <a:p>
            <a:r>
              <a:rPr lang="de-DE" sz="10000" dirty="0">
                <a:latin typeface="Helvetica Neue Medium" panose="02000503000000020004" pitchFamily="2" charset="0"/>
                <a:ea typeface="Helvetica Neue Medium" panose="02000503000000020004" pitchFamily="2" charset="0"/>
                <a:cs typeface="Helvetica Neue Medium" panose="02000503000000020004" pitchFamily="2" charset="0"/>
              </a:rPr>
              <a:t>Front A1 (594mm x 841mm)</a:t>
            </a:r>
          </a:p>
        </p:txBody>
      </p:sp>
      <p:grpSp>
        <p:nvGrpSpPr>
          <p:cNvPr id="13" name="Gruppieren 12">
            <a:extLst>
              <a:ext uri="{FF2B5EF4-FFF2-40B4-BE49-F238E27FC236}">
                <a16:creationId xmlns:a16="http://schemas.microsoft.com/office/drawing/2014/main" id="{EC1E32B4-1246-A3F5-1720-59343BC5719D}"/>
              </a:ext>
            </a:extLst>
          </p:cNvPr>
          <p:cNvGrpSpPr/>
          <p:nvPr/>
        </p:nvGrpSpPr>
        <p:grpSpPr>
          <a:xfrm>
            <a:off x="22963250" y="-1575609"/>
            <a:ext cx="8580093" cy="16044118"/>
            <a:chOff x="23914791" y="-1323439"/>
            <a:chExt cx="8580093" cy="16044118"/>
          </a:xfrm>
        </p:grpSpPr>
        <p:sp>
          <p:nvSpPr>
            <p:cNvPr id="4" name="Rechteck 3">
              <a:extLst>
                <a:ext uri="{FF2B5EF4-FFF2-40B4-BE49-F238E27FC236}">
                  <a16:creationId xmlns:a16="http://schemas.microsoft.com/office/drawing/2014/main" id="{B18C043E-A359-7260-4A21-DD3726E72BE1}"/>
                </a:ext>
              </a:extLst>
            </p:cNvPr>
            <p:cNvSpPr/>
            <p:nvPr/>
          </p:nvSpPr>
          <p:spPr>
            <a:xfrm>
              <a:off x="23941284" y="6050531"/>
              <a:ext cx="85536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A2</a:t>
              </a:r>
            </a:p>
          </p:txBody>
        </p:sp>
        <p:sp>
          <p:nvSpPr>
            <p:cNvPr id="5" name="Rechteck 4">
              <a:extLst>
                <a:ext uri="{FF2B5EF4-FFF2-40B4-BE49-F238E27FC236}">
                  <a16:creationId xmlns:a16="http://schemas.microsoft.com/office/drawing/2014/main" id="{112AEC6E-80B4-0FB5-67CD-A33D11439281}"/>
                </a:ext>
              </a:extLst>
            </p:cNvPr>
            <p:cNvSpPr/>
            <p:nvPr/>
          </p:nvSpPr>
          <p:spPr>
            <a:xfrm>
              <a:off x="28218084" y="0"/>
              <a:ext cx="42768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A3</a:t>
              </a:r>
            </a:p>
          </p:txBody>
        </p:sp>
        <p:sp>
          <p:nvSpPr>
            <p:cNvPr id="8" name="Rechteck 7">
              <a:extLst>
                <a:ext uri="{FF2B5EF4-FFF2-40B4-BE49-F238E27FC236}">
                  <a16:creationId xmlns:a16="http://schemas.microsoft.com/office/drawing/2014/main" id="{473B915A-B7C6-893D-7C58-9C3063757E29}"/>
                </a:ext>
              </a:extLst>
            </p:cNvPr>
            <p:cNvSpPr/>
            <p:nvPr/>
          </p:nvSpPr>
          <p:spPr>
            <a:xfrm>
              <a:off x="23941284" y="0"/>
              <a:ext cx="42768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A3</a:t>
              </a:r>
            </a:p>
          </p:txBody>
        </p:sp>
        <p:sp>
          <p:nvSpPr>
            <p:cNvPr id="9" name="Textfeld 8">
              <a:extLst>
                <a:ext uri="{FF2B5EF4-FFF2-40B4-BE49-F238E27FC236}">
                  <a16:creationId xmlns:a16="http://schemas.microsoft.com/office/drawing/2014/main" id="{71CFB17B-F31A-17D5-1423-5D400AB59372}"/>
                </a:ext>
              </a:extLst>
            </p:cNvPr>
            <p:cNvSpPr txBox="1"/>
            <p:nvPr/>
          </p:nvSpPr>
          <p:spPr>
            <a:xfrm>
              <a:off x="23914792" y="-1323439"/>
              <a:ext cx="6234399" cy="1323439"/>
            </a:xfrm>
            <a:prstGeom prst="rect">
              <a:avLst/>
            </a:prstGeom>
            <a:noFill/>
          </p:spPr>
          <p:txBody>
            <a:bodyPr wrap="none" rtlCol="0">
              <a:spAutoFit/>
            </a:bodyPr>
            <a:lstStyle/>
            <a:p>
              <a:r>
                <a:rPr lang="de-DE" sz="8000" b="1" dirty="0">
                  <a:latin typeface="Arial" panose="020B0604020202020204" pitchFamily="34" charset="0"/>
                  <a:cs typeface="Arial" panose="020B0604020202020204" pitchFamily="34" charset="0"/>
                </a:rPr>
                <a:t>A1 </a:t>
              </a:r>
              <a:r>
                <a:rPr lang="de-DE" sz="4000" b="1" dirty="0">
                  <a:latin typeface="Arial" panose="020B0604020202020204" pitchFamily="34" charset="0"/>
                  <a:cs typeface="Arial" panose="020B0604020202020204" pitchFamily="34" charset="0"/>
                </a:rPr>
                <a:t>(594mm x 841mm)</a:t>
              </a:r>
            </a:p>
          </p:txBody>
        </p:sp>
        <p:sp>
          <p:nvSpPr>
            <p:cNvPr id="12" name="Textfeld 11">
              <a:extLst>
                <a:ext uri="{FF2B5EF4-FFF2-40B4-BE49-F238E27FC236}">
                  <a16:creationId xmlns:a16="http://schemas.microsoft.com/office/drawing/2014/main" id="{AC1E952B-89E0-6D83-F6DA-C9BADA8EF03E}"/>
                </a:ext>
              </a:extLst>
            </p:cNvPr>
            <p:cNvSpPr txBox="1"/>
            <p:nvPr/>
          </p:nvSpPr>
          <p:spPr>
            <a:xfrm>
              <a:off x="23914791" y="12444344"/>
              <a:ext cx="8553600" cy="2276335"/>
            </a:xfrm>
            <a:prstGeom prst="rect">
              <a:avLst/>
            </a:prstGeom>
            <a:noFill/>
          </p:spPr>
          <p:txBody>
            <a:bodyPr wrap="square" rtlCol="0">
              <a:noAutofit/>
            </a:bodyPr>
            <a:lstStyle/>
            <a:p>
              <a:pPr algn="just">
                <a:lnSpc>
                  <a:spcPct val="90000"/>
                </a:lnSpc>
              </a:pPr>
              <a:r>
                <a:rPr lang="en-GB" sz="3600" noProof="1">
                  <a:latin typeface="Arial" panose="020B0604020202020204" pitchFamily="34" charset="0"/>
                  <a:cs typeface="Arial" panose="020B0604020202020204" pitchFamily="34" charset="0"/>
                </a:rPr>
                <a:t>This Poster is to be printed in A1, which can be achieved by combining four A3 or eight A4 sheets. The printers at Fachhochschule Südwestfalen are able to print A3 sheets.</a:t>
              </a:r>
            </a:p>
            <a:p>
              <a:pPr algn="just">
                <a:lnSpc>
                  <a:spcPct val="90000"/>
                </a:lnSpc>
              </a:pPr>
              <a:endParaRPr lang="en-GB" sz="3600" noProof="1">
                <a:latin typeface="Arial" panose="020B0604020202020204" pitchFamily="34" charset="0"/>
                <a:cs typeface="Arial" panose="020B0604020202020204" pitchFamily="34" charset="0"/>
              </a:endParaRPr>
            </a:p>
            <a:p>
              <a:pPr algn="just">
                <a:lnSpc>
                  <a:spcPct val="90000"/>
                </a:lnSpc>
              </a:pPr>
              <a:r>
                <a:rPr lang="en-GB" sz="3600" noProof="1">
                  <a:latin typeface="Arial" panose="020B0604020202020204" pitchFamily="34" charset="0"/>
                  <a:cs typeface="Arial" panose="020B0604020202020204" pitchFamily="34" charset="0"/>
                </a:rPr>
                <a:t>If you do not use a larger plotter or do not want to order the poster from a print shop, the easiest option to print a poster from mulitiple tiled pages is to use the free Acrobar Reader, wich has a dedicated printing option for Posters that span multiple pages.</a:t>
              </a:r>
            </a:p>
          </p:txBody>
        </p:sp>
      </p:grpSp>
    </p:spTree>
    <p:extLst>
      <p:ext uri="{BB962C8B-B14F-4D97-AF65-F5344CB8AC3E}">
        <p14:creationId xmlns:p14="http://schemas.microsoft.com/office/powerpoint/2010/main" val="949496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ADE5-C4CC-9764-9A74-720296585012}"/>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E6DAE5A5-46F6-38F7-7F00-BB53DD3E7DE9}"/>
              </a:ext>
            </a:extLst>
          </p:cNvPr>
          <p:cNvSpPr txBox="1"/>
          <p:nvPr/>
        </p:nvSpPr>
        <p:spPr>
          <a:xfrm>
            <a:off x="0" y="-1631216"/>
            <a:ext cx="16339729" cy="1631216"/>
          </a:xfrm>
          <a:prstGeom prst="rect">
            <a:avLst/>
          </a:prstGeom>
          <a:noFill/>
        </p:spPr>
        <p:txBody>
          <a:bodyPr wrap="none" rtlCol="0">
            <a:spAutoFit/>
          </a:bodyPr>
          <a:lstStyle/>
          <a:p>
            <a:r>
              <a:rPr lang="de-DE" sz="10000" dirty="0">
                <a:latin typeface="Helvetica Neue Medium" panose="02000503000000020004" pitchFamily="2" charset="0"/>
                <a:ea typeface="Helvetica Neue Medium" panose="02000503000000020004" pitchFamily="2" charset="0"/>
                <a:cs typeface="Helvetica Neue Medium" panose="02000503000000020004" pitchFamily="2" charset="0"/>
              </a:rPr>
              <a:t>Back A1 (594mm x 841mm)</a:t>
            </a:r>
          </a:p>
        </p:txBody>
      </p:sp>
      <p:sp>
        <p:nvSpPr>
          <p:cNvPr id="4" name="Text Placeholder 2">
            <a:extLst>
              <a:ext uri="{FF2B5EF4-FFF2-40B4-BE49-F238E27FC236}">
                <a16:creationId xmlns:a16="http://schemas.microsoft.com/office/drawing/2014/main" id="{027DE312-C761-C6C5-5114-DF9D53E74497}"/>
              </a:ext>
            </a:extLst>
          </p:cNvPr>
          <p:cNvSpPr txBox="1">
            <a:spLocks noChangeAspect="1"/>
          </p:cNvSpPr>
          <p:nvPr/>
        </p:nvSpPr>
        <p:spPr>
          <a:xfrm>
            <a:off x="1330325" y="1816100"/>
            <a:ext cx="9001261"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Literaturverzeichnis</a:t>
            </a:r>
          </a:p>
        </p:txBody>
      </p:sp>
      <p:sp>
        <p:nvSpPr>
          <p:cNvPr id="5" name="Text Placeholder 2">
            <a:extLst>
              <a:ext uri="{FF2B5EF4-FFF2-40B4-BE49-F238E27FC236}">
                <a16:creationId xmlns:a16="http://schemas.microsoft.com/office/drawing/2014/main" id="{A8277BF3-5BF5-8197-E61B-180630557D8A}"/>
              </a:ext>
            </a:extLst>
          </p:cNvPr>
          <p:cNvSpPr txBox="1">
            <a:spLocks/>
          </p:cNvSpPr>
          <p:nvPr/>
        </p:nvSpPr>
        <p:spPr>
          <a:xfrm>
            <a:off x="1340709" y="2935033"/>
            <a:ext cx="9001260" cy="25524053"/>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en-GB" sz="2000" b="0" i="0" noProof="1">
                <a:solidFill>
                  <a:srgbClr val="000000"/>
                </a:solidFill>
                <a:effectLst/>
              </a:rPr>
              <a:t>Box, George; Jenkins, Gwilym (1970). Time Series Analysis: Forecasting and Control. San Francisco: Holden-Day.</a:t>
            </a:r>
          </a:p>
          <a:p>
            <a:pPr algn="just" defTabSz="895518">
              <a:spcBef>
                <a:spcPct val="50000"/>
              </a:spcBef>
            </a:pPr>
            <a:r>
              <a:rPr lang="en-GB" sz="2000" b="0" i="0" noProof="1">
                <a:solidFill>
                  <a:srgbClr val="000000"/>
                </a:solidFill>
                <a:effectLst/>
              </a:rPr>
              <a:t>Brockwell, Peter J.; Davis, Richard A. (1991). Time Series: Theory and Methods. Springer Verlag.</a:t>
            </a:r>
          </a:p>
          <a:p>
            <a:pPr algn="just" defTabSz="895518">
              <a:spcBef>
                <a:spcPct val="50000"/>
              </a:spcBef>
            </a:pPr>
            <a:r>
              <a:rPr lang="en-GB" sz="2000" b="0" i="0" noProof="1">
                <a:solidFill>
                  <a:srgbClr val="000000"/>
                </a:solidFill>
                <a:effectLst/>
              </a:rPr>
              <a:t>Commandeur, Jacques J. F.; Koopman, Siem Jan (2007). Introduction to State Space Time Series Analysis. Oxford University Press.</a:t>
            </a:r>
          </a:p>
        </p:txBody>
      </p:sp>
      <p:sp>
        <p:nvSpPr>
          <p:cNvPr id="9" name="Text Placeholder 2">
            <a:extLst>
              <a:ext uri="{FF2B5EF4-FFF2-40B4-BE49-F238E27FC236}">
                <a16:creationId xmlns:a16="http://schemas.microsoft.com/office/drawing/2014/main" id="{E28BEEEA-4072-E092-A9A9-ADB2BDF8930F}"/>
              </a:ext>
            </a:extLst>
          </p:cNvPr>
          <p:cNvSpPr txBox="1">
            <a:spLocks noChangeAspect="1"/>
          </p:cNvSpPr>
          <p:nvPr/>
        </p:nvSpPr>
        <p:spPr>
          <a:xfrm>
            <a:off x="11051852" y="1816126"/>
            <a:ext cx="9001261"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Anhang</a:t>
            </a:r>
          </a:p>
        </p:txBody>
      </p:sp>
      <p:sp>
        <p:nvSpPr>
          <p:cNvPr id="12" name="Text Placeholder 2">
            <a:extLst>
              <a:ext uri="{FF2B5EF4-FFF2-40B4-BE49-F238E27FC236}">
                <a16:creationId xmlns:a16="http://schemas.microsoft.com/office/drawing/2014/main" id="{98F8B74D-0607-C4F5-12CA-79BABBD4F671}"/>
              </a:ext>
            </a:extLst>
          </p:cNvPr>
          <p:cNvSpPr txBox="1">
            <a:spLocks/>
          </p:cNvSpPr>
          <p:nvPr/>
        </p:nvSpPr>
        <p:spPr>
          <a:xfrm>
            <a:off x="11051852" y="2935033"/>
            <a:ext cx="9001260" cy="1201133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en-GB" sz="2000" b="0" i="0" noProof="1">
                <a:solidFill>
                  <a:srgbClr val="000000"/>
                </a:solidFill>
                <a:effectLst/>
              </a:rPr>
              <a:t>Lorem ipsum</a:t>
            </a:r>
          </a:p>
        </p:txBody>
      </p:sp>
      <p:sp>
        <p:nvSpPr>
          <p:cNvPr id="20" name="Text Placeholder 2">
            <a:extLst>
              <a:ext uri="{FF2B5EF4-FFF2-40B4-BE49-F238E27FC236}">
                <a16:creationId xmlns:a16="http://schemas.microsoft.com/office/drawing/2014/main" id="{058E4438-CD95-6B5C-2402-AC0EE3629B5B}"/>
              </a:ext>
            </a:extLst>
          </p:cNvPr>
          <p:cNvSpPr txBox="1">
            <a:spLocks noChangeAspect="1"/>
          </p:cNvSpPr>
          <p:nvPr/>
        </p:nvSpPr>
        <p:spPr>
          <a:xfrm>
            <a:off x="11052039" y="15137606"/>
            <a:ext cx="9001261"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Ehrenwörtliche Erklärung</a:t>
            </a:r>
          </a:p>
        </p:txBody>
      </p:sp>
      <p:sp>
        <p:nvSpPr>
          <p:cNvPr id="21" name="Text Placeholder 2">
            <a:extLst>
              <a:ext uri="{FF2B5EF4-FFF2-40B4-BE49-F238E27FC236}">
                <a16:creationId xmlns:a16="http://schemas.microsoft.com/office/drawing/2014/main" id="{E8F34CCE-AA2A-D1CE-0828-0663FFB9E312}"/>
              </a:ext>
            </a:extLst>
          </p:cNvPr>
          <p:cNvSpPr txBox="1">
            <a:spLocks/>
          </p:cNvSpPr>
          <p:nvPr/>
        </p:nvSpPr>
        <p:spPr>
          <a:xfrm>
            <a:off x="11052039" y="16256513"/>
            <a:ext cx="9001260" cy="4857757"/>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en-GB" sz="2000" b="0" i="0" noProof="1">
                <a:solidFill>
                  <a:srgbClr val="000000"/>
                </a:solidFill>
                <a:effectLst/>
              </a:rPr>
              <a:t>Hiermit versichere ich an Eides statt, dass ich die vorliegende Arbeit selbstständig verfasst und keine anderen als die angegebenen Quellen und Hilfsmittel benutzt habe. Alle Stellen der Arbeit, die wörtlich oder sinngemäß aus Veröffentlichungen oder aus anderweitigen fremden Äußerungen entnommen wurden, sind als solche kenntlich gemacht. Die Arbeit, in gleicher oder ähnlicher Fassung, war noch nicht Bestandteil einer Studien- oder Prüfungsleistung.</a:t>
            </a:r>
          </a:p>
          <a:p>
            <a:pPr algn="just" defTabSz="895518">
              <a:spcBef>
                <a:spcPct val="50000"/>
              </a:spcBef>
            </a:pPr>
            <a:endParaRPr lang="en-GB" sz="2000" noProof="1">
              <a:solidFill>
                <a:srgbClr val="000000"/>
              </a:solidFill>
            </a:endParaRPr>
          </a:p>
          <a:p>
            <a:pPr algn="r" defTabSz="895518">
              <a:spcBef>
                <a:spcPct val="50000"/>
              </a:spcBef>
            </a:pPr>
            <a:r>
              <a:rPr lang="en-GB" sz="2000" b="0" i="0" noProof="1">
                <a:solidFill>
                  <a:srgbClr val="000000"/>
                </a:solidFill>
                <a:effectLst/>
              </a:rPr>
              <a:t>___________________</a:t>
            </a:r>
          </a:p>
          <a:p>
            <a:pPr algn="r" defTabSz="895518">
              <a:spcBef>
                <a:spcPct val="50000"/>
              </a:spcBef>
            </a:pPr>
            <a:r>
              <a:rPr lang="en-GB" sz="2000" noProof="1">
                <a:solidFill>
                  <a:srgbClr val="000000"/>
                </a:solidFill>
              </a:rPr>
              <a:t>Vorname Nachname</a:t>
            </a:r>
            <a:endParaRPr lang="en-GB" sz="2000" b="0" i="0" noProof="1">
              <a:solidFill>
                <a:srgbClr val="000000"/>
              </a:solidFill>
              <a:effectLst/>
            </a:endParaRPr>
          </a:p>
        </p:txBody>
      </p:sp>
      <p:sp>
        <p:nvSpPr>
          <p:cNvPr id="22" name="Text Placeholder 2">
            <a:extLst>
              <a:ext uri="{FF2B5EF4-FFF2-40B4-BE49-F238E27FC236}">
                <a16:creationId xmlns:a16="http://schemas.microsoft.com/office/drawing/2014/main" id="{6FD1645B-FBE7-DE47-14B3-31847E1FC498}"/>
              </a:ext>
            </a:extLst>
          </p:cNvPr>
          <p:cNvSpPr txBox="1">
            <a:spLocks noChangeAspect="1"/>
          </p:cNvSpPr>
          <p:nvPr/>
        </p:nvSpPr>
        <p:spPr>
          <a:xfrm>
            <a:off x="11041655" y="21305511"/>
            <a:ext cx="9001261"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noProof="1">
                <a:solidFill>
                  <a:schemeClr val="bg1"/>
                </a:solidFill>
              </a:rPr>
              <a:t>Erklärung zur Nutzung von KI Werkzeugen</a:t>
            </a:r>
          </a:p>
        </p:txBody>
      </p:sp>
      <p:sp>
        <p:nvSpPr>
          <p:cNvPr id="24" name="Text Placeholder 2">
            <a:extLst>
              <a:ext uri="{FF2B5EF4-FFF2-40B4-BE49-F238E27FC236}">
                <a16:creationId xmlns:a16="http://schemas.microsoft.com/office/drawing/2014/main" id="{D7D0E442-AA0F-FDE3-19A9-23F0963F06A6}"/>
              </a:ext>
            </a:extLst>
          </p:cNvPr>
          <p:cNvSpPr txBox="1">
            <a:spLocks/>
          </p:cNvSpPr>
          <p:nvPr/>
        </p:nvSpPr>
        <p:spPr>
          <a:xfrm>
            <a:off x="11041655" y="22424418"/>
            <a:ext cx="9001260" cy="6034668"/>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en-GB" sz="2000" b="0" i="0" noProof="1">
                <a:solidFill>
                  <a:srgbClr val="000000"/>
                </a:solidFill>
                <a:effectLst/>
              </a:rPr>
              <a:t>Hiermit versichere ich an Eides statt, dass ich die vorliegende Arbeit selbstständig verfasst und keine anderen als die angegebenen Quellen und Hilfsmittel benutzt habe. Alle Stellen der Arbeit, die wörtlich oder sinngemäß aus Veröffentlichungen oder aus anderweitigen fremden Äußerungen entnommen wurden, sind als solche kenntlich gemacht. Die Arbeit, in gleicher oder ähnlicher Fassung, war noch nicht Bestandteil einer Studien- oder Prüfungsleistung.</a:t>
            </a:r>
          </a:p>
        </p:txBody>
      </p:sp>
    </p:spTree>
    <p:extLst>
      <p:ext uri="{BB962C8B-B14F-4D97-AF65-F5344CB8AC3E}">
        <p14:creationId xmlns:p14="http://schemas.microsoft.com/office/powerpoint/2010/main" val="305240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ABF5-EC95-3B05-BF83-E6C28B7F898C}"/>
            </a:ext>
          </a:extLst>
        </p:cNvPr>
        <p:cNvGrpSpPr/>
        <p:nvPr/>
      </p:nvGrpSpPr>
      <p:grpSpPr>
        <a:xfrm>
          <a:off x="0" y="0"/>
          <a:ext cx="0" cy="0"/>
          <a:chOff x="0" y="0"/>
          <a:chExt cx="0" cy="0"/>
        </a:xfrm>
      </p:grpSpPr>
      <p:sp>
        <p:nvSpPr>
          <p:cNvPr id="28" name="Text Placeholder 2">
            <a:extLst>
              <a:ext uri="{FF2B5EF4-FFF2-40B4-BE49-F238E27FC236}">
                <a16:creationId xmlns:a16="http://schemas.microsoft.com/office/drawing/2014/main" id="{7D44B781-3857-1B57-BF5F-A679DB0F4D4F}"/>
              </a:ext>
            </a:extLst>
          </p:cNvPr>
          <p:cNvSpPr txBox="1">
            <a:spLocks/>
          </p:cNvSpPr>
          <p:nvPr/>
        </p:nvSpPr>
        <p:spPr>
          <a:xfrm>
            <a:off x="1330325" y="14720679"/>
            <a:ext cx="5760000" cy="9450076"/>
          </a:xfrm>
          <a:prstGeom prst="rect">
            <a:avLst/>
          </a:prstGeom>
          <a:solidFill>
            <a:schemeClr val="bg1">
              <a:lumMod val="95000"/>
            </a:schemeClr>
          </a:solidFill>
        </p:spPr>
        <p:txBody>
          <a:bodyPr vert="horz" lIns="360000" tIns="360000" rIns="360000" bIns="360000" numCol="1" rtlCol="0">
            <a:noAutofit/>
          </a:bodyPr>
          <a:lstStyle>
            <a:defPPr>
              <a:defRPr lang="en-US"/>
            </a:defPPr>
            <a:lvl1pPr indent="0" algn="just" defTabSz="895518">
              <a:lnSpc>
                <a:spcPct val="90000"/>
              </a:lnSpc>
              <a:spcBef>
                <a:spcPct val="50000"/>
              </a:spcBef>
              <a:buFont typeface="Arial" panose="020B0604020202020204" pitchFamily="34" charset="0"/>
              <a:buNone/>
              <a:defRPr sz="2000" b="0" i="0">
                <a:solidFill>
                  <a:srgbClr val="000000"/>
                </a:solidFill>
                <a:effectLst/>
                <a:latin typeface="Arial" panose="020B0604020202020204" pitchFamily="34" charset="0"/>
                <a:cs typeface="Arial" panose="020B0604020202020204" pitchFamily="34" charset="0"/>
              </a:defRPr>
            </a:lvl1pPr>
            <a:lvl2pPr marL="1069162" indent="0" algn="ctr" defTabSz="2138324">
              <a:lnSpc>
                <a:spcPct val="90000"/>
              </a:lnSpc>
              <a:spcBef>
                <a:spcPts val="1169"/>
              </a:spcBef>
              <a:buFont typeface="Arial" panose="020B0604020202020204" pitchFamily="34" charset="0"/>
              <a:buNone/>
              <a:defRPr sz="4677">
                <a:latin typeface="Arial" panose="020B0604020202020204" pitchFamily="34" charset="0"/>
                <a:cs typeface="Arial" panose="020B0604020202020204" pitchFamily="34" charset="0"/>
              </a:defRPr>
            </a:lvl2pPr>
            <a:lvl3pPr marL="2138324" indent="0" algn="ctr" defTabSz="2138324">
              <a:lnSpc>
                <a:spcPct val="90000"/>
              </a:lnSpc>
              <a:spcBef>
                <a:spcPts val="1169"/>
              </a:spcBef>
              <a:buFont typeface="Arial" panose="020B0604020202020204" pitchFamily="34" charset="0"/>
              <a:buNone/>
              <a:defRPr sz="4209">
                <a:latin typeface="Arial" panose="020B0604020202020204" pitchFamily="34" charset="0"/>
                <a:cs typeface="Arial" panose="020B0604020202020204" pitchFamily="34" charset="0"/>
              </a:defRPr>
            </a:lvl3pPr>
            <a:lvl4pPr marL="3207487"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4pPr>
            <a:lvl5pPr marL="4276649"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5pPr>
            <a:lvl6pPr marL="5345811" indent="0" algn="ctr" defTabSz="2138324">
              <a:lnSpc>
                <a:spcPct val="90000"/>
              </a:lnSpc>
              <a:spcBef>
                <a:spcPts val="1169"/>
              </a:spcBef>
              <a:buFont typeface="Arial" panose="020B0604020202020204" pitchFamily="34" charset="0"/>
              <a:buNone/>
              <a:defRPr sz="3742"/>
            </a:lvl6pPr>
            <a:lvl7pPr marL="6414973" indent="0" algn="ctr" defTabSz="2138324">
              <a:lnSpc>
                <a:spcPct val="90000"/>
              </a:lnSpc>
              <a:spcBef>
                <a:spcPts val="1169"/>
              </a:spcBef>
              <a:buFont typeface="Arial" panose="020B0604020202020204" pitchFamily="34" charset="0"/>
              <a:buNone/>
              <a:defRPr sz="3742"/>
            </a:lvl7pPr>
            <a:lvl8pPr marL="7484135" indent="0" algn="ctr" defTabSz="2138324">
              <a:lnSpc>
                <a:spcPct val="90000"/>
              </a:lnSpc>
              <a:spcBef>
                <a:spcPts val="1169"/>
              </a:spcBef>
              <a:buFont typeface="Arial" panose="020B0604020202020204" pitchFamily="34" charset="0"/>
              <a:buNone/>
              <a:defRPr sz="3742"/>
            </a:lvl8pPr>
            <a:lvl9pPr marL="8553298" indent="0" algn="ctr" defTabSz="2138324">
              <a:lnSpc>
                <a:spcPct val="90000"/>
              </a:lnSpc>
              <a:spcBef>
                <a:spcPts val="1169"/>
              </a:spcBef>
              <a:buFont typeface="Arial" panose="020B0604020202020204" pitchFamily="34" charset="0"/>
              <a:buNone/>
              <a:defRPr sz="3742"/>
            </a:lvl9pPr>
          </a:lstStyle>
          <a:p>
            <a:r>
              <a:rPr lang="de-DE" dirty="0" err="1"/>
              <a:t>Pellentesque</a:t>
            </a:r>
            <a:r>
              <a:rPr lang="de-DE" dirty="0"/>
              <a:t> </a:t>
            </a:r>
            <a:r>
              <a:rPr lang="de-DE" dirty="0" err="1"/>
              <a:t>ut</a:t>
            </a:r>
            <a:r>
              <a:rPr lang="de-DE" dirty="0"/>
              <a:t> commodo </a:t>
            </a:r>
            <a:r>
              <a:rPr lang="de-DE" dirty="0" err="1"/>
              <a:t>arcu</a:t>
            </a:r>
            <a:r>
              <a:rPr lang="de-DE" dirty="0"/>
              <a:t>. Morbi </a:t>
            </a:r>
            <a:r>
              <a:rPr lang="de-DE" dirty="0" err="1"/>
              <a:t>euismod</a:t>
            </a:r>
            <a:r>
              <a:rPr lang="de-DE" dirty="0"/>
              <a:t>, magna </a:t>
            </a:r>
            <a:r>
              <a:rPr lang="de-DE" dirty="0" err="1"/>
              <a:t>sit</a:t>
            </a:r>
            <a:r>
              <a:rPr lang="de-DE" dirty="0"/>
              <a:t> </a:t>
            </a:r>
            <a:r>
              <a:rPr lang="de-DE" dirty="0" err="1"/>
              <a:t>amet</a:t>
            </a:r>
            <a:r>
              <a:rPr lang="de-DE" dirty="0"/>
              <a:t> </a:t>
            </a:r>
            <a:r>
              <a:rPr lang="de-DE" dirty="0" err="1"/>
              <a:t>tempus</a:t>
            </a:r>
            <a:r>
              <a:rPr lang="de-DE" dirty="0"/>
              <a:t> </a:t>
            </a:r>
            <a:r>
              <a:rPr lang="de-DE" dirty="0" err="1"/>
              <a:t>mattis</a:t>
            </a:r>
            <a:r>
              <a:rPr lang="de-DE" dirty="0"/>
              <a:t>, </a:t>
            </a:r>
            <a:r>
              <a:rPr lang="de-DE" dirty="0" err="1"/>
              <a:t>eros</a:t>
            </a:r>
            <a:r>
              <a:rPr lang="de-DE" dirty="0"/>
              <a:t> </a:t>
            </a:r>
            <a:r>
              <a:rPr lang="de-DE" dirty="0" err="1"/>
              <a:t>tortor</a:t>
            </a:r>
            <a:r>
              <a:rPr lang="de-DE" dirty="0"/>
              <a:t> </a:t>
            </a:r>
            <a:r>
              <a:rPr lang="de-DE" dirty="0" err="1"/>
              <a:t>suscipit</a:t>
            </a:r>
            <a:r>
              <a:rPr lang="de-DE" dirty="0"/>
              <a:t> </a:t>
            </a:r>
            <a:r>
              <a:rPr lang="de-DE" dirty="0" err="1"/>
              <a:t>dui</a:t>
            </a:r>
            <a:r>
              <a:rPr lang="de-DE" dirty="0"/>
              <a:t>, </a:t>
            </a:r>
            <a:r>
              <a:rPr lang="de-DE" dirty="0" err="1"/>
              <a:t>id</a:t>
            </a:r>
            <a:r>
              <a:rPr lang="de-DE" dirty="0"/>
              <a:t> </a:t>
            </a:r>
            <a:r>
              <a:rPr lang="de-DE" dirty="0" err="1"/>
              <a:t>lacinia</a:t>
            </a:r>
            <a:r>
              <a:rPr lang="de-DE" dirty="0"/>
              <a:t> </a:t>
            </a:r>
            <a:r>
              <a:rPr lang="de-DE" dirty="0" err="1"/>
              <a:t>velit</a:t>
            </a:r>
            <a:r>
              <a:rPr lang="de-DE" dirty="0"/>
              <a:t> </a:t>
            </a:r>
            <a:r>
              <a:rPr lang="de-DE" dirty="0" err="1"/>
              <a:t>ipsum</a:t>
            </a:r>
            <a:r>
              <a:rPr lang="de-DE" dirty="0"/>
              <a:t> </a:t>
            </a:r>
            <a:r>
              <a:rPr lang="de-DE" dirty="0" err="1"/>
              <a:t>quis</a:t>
            </a:r>
            <a:r>
              <a:rPr lang="de-DE" dirty="0"/>
              <a:t> </a:t>
            </a:r>
            <a:r>
              <a:rPr lang="de-DE" dirty="0" err="1"/>
              <a:t>tortor</a:t>
            </a:r>
            <a:r>
              <a:rPr lang="de-DE" dirty="0"/>
              <a:t>. In </a:t>
            </a:r>
            <a:r>
              <a:rPr lang="de-DE" dirty="0" err="1"/>
              <a:t>varius</a:t>
            </a:r>
            <a:r>
              <a:rPr lang="de-DE" dirty="0"/>
              <a:t> </a:t>
            </a:r>
            <a:r>
              <a:rPr lang="de-DE" dirty="0" err="1"/>
              <a:t>metus</a:t>
            </a:r>
            <a:r>
              <a:rPr lang="de-DE" dirty="0"/>
              <a:t> </a:t>
            </a:r>
            <a:r>
              <a:rPr lang="de-DE" dirty="0" err="1"/>
              <a:t>est</a:t>
            </a:r>
            <a:r>
              <a:rPr lang="de-DE" dirty="0"/>
              <a:t>, a </a:t>
            </a:r>
            <a:r>
              <a:rPr lang="de-DE" dirty="0" err="1"/>
              <a:t>vulputate</a:t>
            </a:r>
            <a:r>
              <a:rPr lang="de-DE" dirty="0"/>
              <a:t> </a:t>
            </a:r>
            <a:r>
              <a:rPr lang="de-DE" dirty="0" err="1"/>
              <a:t>urna</a:t>
            </a:r>
            <a:r>
              <a:rPr lang="de-DE" dirty="0"/>
              <a:t> </a:t>
            </a:r>
            <a:r>
              <a:rPr lang="de-DE" dirty="0" err="1"/>
              <a:t>laoreet</a:t>
            </a:r>
            <a:r>
              <a:rPr lang="de-DE" dirty="0"/>
              <a:t> et. </a:t>
            </a:r>
            <a:r>
              <a:rPr lang="de-DE" dirty="0" err="1"/>
              <a:t>Etiam</a:t>
            </a:r>
            <a:r>
              <a:rPr lang="de-DE" dirty="0"/>
              <a:t> </a:t>
            </a:r>
            <a:r>
              <a:rPr lang="de-DE" dirty="0" err="1"/>
              <a:t>scelerisque</a:t>
            </a:r>
            <a:r>
              <a:rPr lang="de-DE" dirty="0"/>
              <a:t> </a:t>
            </a:r>
            <a:r>
              <a:rPr lang="de-DE" dirty="0" err="1"/>
              <a:t>euismod</a:t>
            </a:r>
            <a:r>
              <a:rPr lang="de-DE" dirty="0"/>
              <a:t> </a:t>
            </a:r>
            <a:r>
              <a:rPr lang="de-DE" dirty="0" err="1"/>
              <a:t>blandit</a:t>
            </a:r>
            <a:r>
              <a:rPr lang="de-DE" dirty="0"/>
              <a:t>. Duis </a:t>
            </a:r>
            <a:r>
              <a:rPr lang="de-DE" dirty="0" err="1"/>
              <a:t>mauris</a:t>
            </a:r>
            <a:r>
              <a:rPr lang="de-DE" dirty="0"/>
              <a:t> </a:t>
            </a:r>
            <a:r>
              <a:rPr lang="de-DE" dirty="0" err="1"/>
              <a:t>felis</a:t>
            </a:r>
            <a:r>
              <a:rPr lang="de-DE" dirty="0"/>
              <a:t>, </a:t>
            </a:r>
            <a:r>
              <a:rPr lang="de-DE" dirty="0" err="1"/>
              <a:t>faucibus</a:t>
            </a:r>
            <a:r>
              <a:rPr lang="de-DE" dirty="0"/>
              <a:t> </a:t>
            </a:r>
            <a:r>
              <a:rPr lang="de-DE" dirty="0" err="1"/>
              <a:t>eget</a:t>
            </a:r>
            <a:r>
              <a:rPr lang="de-DE" dirty="0"/>
              <a:t> </a:t>
            </a:r>
            <a:r>
              <a:rPr lang="de-DE" dirty="0" err="1"/>
              <a:t>ligula</a:t>
            </a:r>
            <a:r>
              <a:rPr lang="de-DE" dirty="0"/>
              <a:t> </a:t>
            </a:r>
            <a:r>
              <a:rPr lang="de-DE" dirty="0" err="1"/>
              <a:t>eget</a:t>
            </a:r>
            <a:r>
              <a:rPr lang="de-DE" dirty="0"/>
              <a:t>, </a:t>
            </a:r>
            <a:r>
              <a:rPr lang="de-DE" dirty="0" err="1"/>
              <a:t>volutpat</a:t>
            </a:r>
            <a:r>
              <a:rPr lang="de-DE" dirty="0"/>
              <a:t> </a:t>
            </a:r>
            <a:r>
              <a:rPr lang="de-DE" dirty="0" err="1"/>
              <a:t>sodales</a:t>
            </a:r>
            <a:r>
              <a:rPr lang="de-DE" dirty="0"/>
              <a:t> ante. </a:t>
            </a:r>
            <a:r>
              <a:rPr lang="de-DE" dirty="0" err="1"/>
              <a:t>Pellentesque</a:t>
            </a:r>
            <a:r>
              <a:rPr lang="de-DE" dirty="0"/>
              <a:t> </a:t>
            </a:r>
            <a:r>
              <a:rPr lang="de-DE" dirty="0" err="1"/>
              <a:t>pharetra</a:t>
            </a:r>
            <a:r>
              <a:rPr lang="de-DE" dirty="0"/>
              <a:t> </a:t>
            </a:r>
            <a:r>
              <a:rPr lang="de-DE" dirty="0" err="1"/>
              <a:t>vehicula</a:t>
            </a:r>
            <a:r>
              <a:rPr lang="de-DE" dirty="0"/>
              <a:t> </a:t>
            </a:r>
            <a:r>
              <a:rPr lang="de-DE" dirty="0" err="1"/>
              <a:t>dapibus</a:t>
            </a:r>
            <a:r>
              <a:rPr lang="de-DE" dirty="0"/>
              <a:t>. </a:t>
            </a:r>
            <a:r>
              <a:rPr lang="de-DE" dirty="0" err="1"/>
              <a:t>Cras</a:t>
            </a:r>
            <a:r>
              <a:rPr lang="de-DE" dirty="0"/>
              <a:t> </a:t>
            </a:r>
            <a:r>
              <a:rPr lang="de-DE" dirty="0" err="1"/>
              <a:t>eget</a:t>
            </a:r>
            <a:r>
              <a:rPr lang="de-DE" dirty="0"/>
              <a:t> </a:t>
            </a:r>
            <a:r>
              <a:rPr lang="de-DE" dirty="0" err="1"/>
              <a:t>auctor</a:t>
            </a:r>
            <a:r>
              <a:rPr lang="de-DE" dirty="0"/>
              <a:t> est. In </a:t>
            </a:r>
            <a:r>
              <a:rPr lang="de-DE" dirty="0" err="1"/>
              <a:t>congue</a:t>
            </a:r>
            <a:r>
              <a:rPr lang="de-DE" dirty="0"/>
              <a:t> </a:t>
            </a:r>
            <a:r>
              <a:rPr lang="de-DE" dirty="0" err="1"/>
              <a:t>elit</a:t>
            </a:r>
            <a:r>
              <a:rPr lang="de-DE" dirty="0"/>
              <a:t> </a:t>
            </a:r>
            <a:r>
              <a:rPr lang="de-DE" dirty="0" err="1"/>
              <a:t>ut</a:t>
            </a:r>
            <a:r>
              <a:rPr lang="de-DE" dirty="0"/>
              <a:t> </a:t>
            </a:r>
            <a:r>
              <a:rPr lang="de-DE" dirty="0" err="1"/>
              <a:t>interdum</a:t>
            </a:r>
            <a:r>
              <a:rPr lang="de-DE" dirty="0"/>
              <a:t> commodo. </a:t>
            </a:r>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r>
              <a:rPr lang="de-DE" dirty="0" err="1"/>
              <a:t>Nunc</a:t>
            </a:r>
            <a:r>
              <a:rPr lang="de-DE" dirty="0"/>
              <a:t> </a:t>
            </a:r>
            <a:r>
              <a:rPr lang="de-DE" dirty="0" err="1"/>
              <a:t>ultrices</a:t>
            </a:r>
            <a:r>
              <a:rPr lang="de-DE" dirty="0"/>
              <a:t> </a:t>
            </a:r>
            <a:r>
              <a:rPr lang="de-DE" dirty="0" err="1"/>
              <a:t>augue</a:t>
            </a:r>
            <a:r>
              <a:rPr lang="de-DE" dirty="0"/>
              <a:t> sed </a:t>
            </a:r>
            <a:r>
              <a:rPr lang="de-DE" dirty="0" err="1"/>
              <a:t>diam</a:t>
            </a:r>
            <a:r>
              <a:rPr lang="de-DE" dirty="0"/>
              <a:t> </a:t>
            </a:r>
            <a:r>
              <a:rPr lang="de-DE" dirty="0" err="1"/>
              <a:t>dignissim</a:t>
            </a:r>
            <a:r>
              <a:rPr lang="de-DE" dirty="0"/>
              <a:t> </a:t>
            </a:r>
            <a:r>
              <a:rPr lang="de-DE" dirty="0" err="1"/>
              <a:t>finibus</a:t>
            </a:r>
            <a:r>
              <a:rPr lang="de-DE" dirty="0"/>
              <a:t>. </a:t>
            </a:r>
            <a:r>
              <a:rPr lang="de-DE" dirty="0" err="1"/>
              <a:t>Donec</a:t>
            </a:r>
            <a:r>
              <a:rPr lang="de-DE" dirty="0"/>
              <a:t> et </a:t>
            </a:r>
            <a:r>
              <a:rPr lang="de-DE" dirty="0" err="1"/>
              <a:t>tristique</a:t>
            </a:r>
            <a:r>
              <a:rPr lang="de-DE" dirty="0"/>
              <a:t> </a:t>
            </a:r>
            <a:r>
              <a:rPr lang="de-DE" dirty="0" err="1"/>
              <a:t>risus</a:t>
            </a:r>
            <a:r>
              <a:rPr lang="de-DE" dirty="0"/>
              <a:t>, maximus </a:t>
            </a:r>
            <a:r>
              <a:rPr lang="de-DE" dirty="0" err="1"/>
              <a:t>scelerisque</a:t>
            </a:r>
            <a:r>
              <a:rPr lang="de-DE" dirty="0"/>
              <a:t> </a:t>
            </a:r>
            <a:r>
              <a:rPr lang="de-DE" dirty="0" err="1"/>
              <a:t>dolor</a:t>
            </a:r>
            <a:r>
              <a:rPr lang="de-DE" dirty="0"/>
              <a:t>. </a:t>
            </a:r>
            <a:r>
              <a:rPr lang="de-DE" dirty="0" err="1"/>
              <a:t>Nunc</a:t>
            </a:r>
            <a:r>
              <a:rPr lang="de-DE" dirty="0"/>
              <a:t> (Abb.1) </a:t>
            </a:r>
            <a:r>
              <a:rPr lang="de-DE" dirty="0" err="1"/>
              <a:t>tempus</a:t>
            </a:r>
            <a:r>
              <a:rPr lang="de-DE" dirty="0"/>
              <a:t> </a:t>
            </a:r>
            <a:r>
              <a:rPr lang="de-DE" dirty="0" err="1"/>
              <a:t>suscipit</a:t>
            </a:r>
            <a:r>
              <a:rPr lang="de-DE" dirty="0"/>
              <a:t> </a:t>
            </a:r>
            <a:r>
              <a:rPr lang="de-DE" dirty="0" err="1"/>
              <a:t>urna</a:t>
            </a:r>
            <a:r>
              <a:rPr lang="de-DE" dirty="0"/>
              <a:t>. </a:t>
            </a:r>
            <a:r>
              <a:rPr lang="de-DE" dirty="0" err="1"/>
              <a:t>Nullam</a:t>
            </a:r>
            <a:r>
              <a:rPr lang="de-DE" dirty="0"/>
              <a:t> </a:t>
            </a:r>
            <a:r>
              <a:rPr lang="de-DE" dirty="0" err="1"/>
              <a:t>volutpat</a:t>
            </a:r>
            <a:r>
              <a:rPr lang="de-DE" dirty="0"/>
              <a:t>, </a:t>
            </a:r>
            <a:r>
              <a:rPr lang="de-DE" dirty="0" err="1"/>
              <a:t>lacus</a:t>
            </a:r>
            <a:r>
              <a:rPr lang="de-DE" dirty="0"/>
              <a:t> </a:t>
            </a:r>
            <a:r>
              <a:rPr lang="de-DE" dirty="0" err="1"/>
              <a:t>ut</a:t>
            </a:r>
            <a:r>
              <a:rPr lang="de-DE" dirty="0"/>
              <a:t> </a:t>
            </a:r>
            <a:r>
              <a:rPr lang="de-DE" dirty="0" err="1"/>
              <a:t>aliquet</a:t>
            </a:r>
            <a:r>
              <a:rPr lang="de-DE" dirty="0"/>
              <a:t> </a:t>
            </a:r>
            <a:r>
              <a:rPr lang="de-DE" dirty="0" err="1"/>
              <a:t>lacinia</a:t>
            </a:r>
            <a:r>
              <a:rPr lang="de-DE" dirty="0"/>
              <a:t>, </a:t>
            </a:r>
            <a:r>
              <a:rPr lang="de-DE" dirty="0" err="1"/>
              <a:t>massa</a:t>
            </a:r>
            <a:r>
              <a:rPr lang="de-DE" dirty="0"/>
              <a:t> nisi </a:t>
            </a:r>
            <a:r>
              <a:rPr lang="de-DE" dirty="0" err="1"/>
              <a:t>eleifend</a:t>
            </a:r>
            <a:r>
              <a:rPr lang="de-DE" dirty="0"/>
              <a:t> </a:t>
            </a:r>
            <a:r>
              <a:rPr lang="de-DE" dirty="0" err="1"/>
              <a:t>dolor</a:t>
            </a:r>
            <a:r>
              <a:rPr lang="de-DE" dirty="0"/>
              <a:t>, et </a:t>
            </a:r>
            <a:r>
              <a:rPr lang="de-DE" dirty="0" err="1"/>
              <a:t>tempor</a:t>
            </a:r>
            <a:r>
              <a:rPr lang="de-DE" dirty="0"/>
              <a:t> magna </a:t>
            </a:r>
            <a:r>
              <a:rPr lang="de-DE" dirty="0" err="1"/>
              <a:t>elit</a:t>
            </a:r>
            <a:r>
              <a:rPr lang="de-DE" dirty="0"/>
              <a:t> </a:t>
            </a:r>
            <a:r>
              <a:rPr lang="de-DE" dirty="0" err="1"/>
              <a:t>vitae</a:t>
            </a:r>
            <a:r>
              <a:rPr lang="de-DE" dirty="0"/>
              <a:t> </a:t>
            </a:r>
            <a:r>
              <a:rPr lang="de-DE" dirty="0" err="1"/>
              <a:t>lorem</a:t>
            </a:r>
            <a:r>
              <a:rPr lang="de-DE" dirty="0"/>
              <a:t>.</a:t>
            </a:r>
          </a:p>
        </p:txBody>
      </p:sp>
      <p:sp>
        <p:nvSpPr>
          <p:cNvPr id="34" name="Rechteck 33">
            <a:extLst>
              <a:ext uri="{FF2B5EF4-FFF2-40B4-BE49-F238E27FC236}">
                <a16:creationId xmlns:a16="http://schemas.microsoft.com/office/drawing/2014/main" id="{CA139AA5-265F-5F47-2CB7-7A540E36983B}"/>
              </a:ext>
            </a:extLst>
          </p:cNvPr>
          <p:cNvSpPr/>
          <p:nvPr/>
        </p:nvSpPr>
        <p:spPr>
          <a:xfrm>
            <a:off x="1715116" y="18080011"/>
            <a:ext cx="5040000" cy="3158694"/>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21DEFF32-0809-670B-9335-1C944EB38247}"/>
                  </a:ext>
                </a:extLst>
              </p:cNvPr>
              <p:cNvSpPr txBox="1">
                <a:spLocks/>
              </p:cNvSpPr>
              <p:nvPr/>
            </p:nvSpPr>
            <p:spPr>
              <a:xfrm>
                <a:off x="7811812" y="6133931"/>
                <a:ext cx="5760000" cy="10290403"/>
              </a:xfrm>
              <a:prstGeom prst="rect">
                <a:avLst/>
              </a:prstGeom>
              <a:solidFill>
                <a:schemeClr val="bg1">
                  <a:lumMod val="95000"/>
                </a:schemeClr>
              </a:solidFill>
            </p:spPr>
            <p:txBody>
              <a:bodyPr vert="horz" lIns="360000" tIns="360000" rIns="360000" bIns="360000" numCol="1" rtlCol="0">
                <a:noAutofit/>
              </a:bodyPr>
              <a:lstStyle>
                <a:defPPr>
                  <a:defRPr lang="en-US"/>
                </a:defPPr>
                <a:lvl1pPr indent="0" defTabSz="895518">
                  <a:lnSpc>
                    <a:spcPct val="90000"/>
                  </a:lnSpc>
                  <a:spcBef>
                    <a:spcPct val="50000"/>
                  </a:spcBef>
                  <a:buFont typeface="Arial" panose="020B0604020202020204" pitchFamily="34" charset="0"/>
                  <a:buNone/>
                  <a:defRPr sz="2000">
                    <a:latin typeface="Arial" pitchFamily="34" charset="0"/>
                    <a:cs typeface="Arial" panose="020B0604020202020204" pitchFamily="34" charset="0"/>
                  </a:defRPr>
                </a:lvl1pPr>
                <a:lvl2pPr marL="1069162" indent="0" algn="ctr" defTabSz="2138324">
                  <a:lnSpc>
                    <a:spcPct val="90000"/>
                  </a:lnSpc>
                  <a:spcBef>
                    <a:spcPts val="1169"/>
                  </a:spcBef>
                  <a:buFont typeface="Arial" panose="020B0604020202020204" pitchFamily="34" charset="0"/>
                  <a:buNone/>
                  <a:defRPr sz="4677">
                    <a:latin typeface="Arial" panose="020B0604020202020204" pitchFamily="34" charset="0"/>
                    <a:cs typeface="Arial" panose="020B0604020202020204" pitchFamily="34" charset="0"/>
                  </a:defRPr>
                </a:lvl2pPr>
                <a:lvl3pPr marL="2138324" indent="0" algn="ctr" defTabSz="2138324">
                  <a:lnSpc>
                    <a:spcPct val="90000"/>
                  </a:lnSpc>
                  <a:spcBef>
                    <a:spcPts val="1169"/>
                  </a:spcBef>
                  <a:buFont typeface="Arial" panose="020B0604020202020204" pitchFamily="34" charset="0"/>
                  <a:buNone/>
                  <a:defRPr sz="4209">
                    <a:latin typeface="Arial" panose="020B0604020202020204" pitchFamily="34" charset="0"/>
                    <a:cs typeface="Arial" panose="020B0604020202020204" pitchFamily="34" charset="0"/>
                  </a:defRPr>
                </a:lvl3pPr>
                <a:lvl4pPr marL="3207487"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4pPr>
                <a:lvl5pPr marL="4276649" indent="0" algn="ctr" defTabSz="2138324">
                  <a:lnSpc>
                    <a:spcPct val="90000"/>
                  </a:lnSpc>
                  <a:spcBef>
                    <a:spcPts val="1169"/>
                  </a:spcBef>
                  <a:buFont typeface="Arial" panose="020B0604020202020204" pitchFamily="34" charset="0"/>
                  <a:buNone/>
                  <a:defRPr sz="3742">
                    <a:latin typeface="Arial" panose="020B0604020202020204" pitchFamily="34" charset="0"/>
                    <a:cs typeface="Arial" panose="020B0604020202020204" pitchFamily="34" charset="0"/>
                  </a:defRPr>
                </a:lvl5pPr>
                <a:lvl6pPr marL="5345811" indent="0" algn="ctr" defTabSz="2138324">
                  <a:lnSpc>
                    <a:spcPct val="90000"/>
                  </a:lnSpc>
                  <a:spcBef>
                    <a:spcPts val="1169"/>
                  </a:spcBef>
                  <a:buFont typeface="Arial" panose="020B0604020202020204" pitchFamily="34" charset="0"/>
                  <a:buNone/>
                  <a:defRPr sz="3742"/>
                </a:lvl6pPr>
                <a:lvl7pPr marL="6414973" indent="0" algn="ctr" defTabSz="2138324">
                  <a:lnSpc>
                    <a:spcPct val="90000"/>
                  </a:lnSpc>
                  <a:spcBef>
                    <a:spcPts val="1169"/>
                  </a:spcBef>
                  <a:buFont typeface="Arial" panose="020B0604020202020204" pitchFamily="34" charset="0"/>
                  <a:buNone/>
                  <a:defRPr sz="3742"/>
                </a:lvl7pPr>
                <a:lvl8pPr marL="7484135" indent="0" algn="ctr" defTabSz="2138324">
                  <a:lnSpc>
                    <a:spcPct val="90000"/>
                  </a:lnSpc>
                  <a:spcBef>
                    <a:spcPts val="1169"/>
                  </a:spcBef>
                  <a:buFont typeface="Arial" panose="020B0604020202020204" pitchFamily="34" charset="0"/>
                  <a:buNone/>
                  <a:defRPr sz="3742"/>
                </a:lvl8pPr>
                <a:lvl9pPr marL="8553298" indent="0" algn="ctr" defTabSz="2138324">
                  <a:lnSpc>
                    <a:spcPct val="90000"/>
                  </a:lnSpc>
                  <a:spcBef>
                    <a:spcPts val="1169"/>
                  </a:spcBef>
                  <a:buFont typeface="Arial" panose="020B0604020202020204" pitchFamily="34" charset="0"/>
                  <a:buNone/>
                  <a:defRPr sz="3742"/>
                </a:lvl9pPr>
              </a:lstStyle>
              <a:p>
                <a:pPr algn="just"/>
                <a:r>
                  <a:rPr lang="de-DE" sz="2000" b="0" i="0" dirty="0">
                    <a:solidFill>
                      <a:srgbClr val="000000"/>
                    </a:solidFill>
                    <a:effectLst/>
                  </a:rPr>
                  <a:t>eget </a:t>
                </a:r>
                <a:r>
                  <a:rPr lang="de-DE" sz="2000" b="0" i="0" dirty="0" err="1">
                    <a:solidFill>
                      <a:srgbClr val="000000"/>
                    </a:solidFill>
                    <a:effectLst/>
                  </a:rPr>
                  <a:t>tellus</a:t>
                </a:r>
                <a:r>
                  <a:rPr lang="de-DE" sz="2000" b="0" i="0" dirty="0">
                    <a:solidFill>
                      <a:srgbClr val="000000"/>
                    </a:solidFill>
                    <a:effectLst/>
                  </a:rPr>
                  <a:t>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mattis</a:t>
                </a:r>
                <a:r>
                  <a:rPr lang="de-DE" sz="2000" b="0" i="0" dirty="0">
                    <a:solidFill>
                      <a:srgbClr val="000000"/>
                    </a:solidFill>
                    <a:effectLst/>
                  </a:rPr>
                  <a:t> quam non, </a:t>
                </a:r>
                <a:r>
                  <a:rPr lang="de-DE" sz="2000" b="0" i="0" dirty="0" err="1">
                    <a:solidFill>
                      <a:srgbClr val="000000"/>
                    </a:solidFill>
                    <a:effectLst/>
                  </a:rPr>
                  <a:t>egestas</a:t>
                </a:r>
                <a:r>
                  <a:rPr lang="de-DE" sz="2000" b="0" i="0" dirty="0">
                    <a:solidFill>
                      <a:srgbClr val="000000"/>
                    </a:solidFill>
                    <a:effectLst/>
                  </a:rPr>
                  <a:t> nisi. </a:t>
                </a:r>
                <a:r>
                  <a:rPr lang="de-DE" sz="2000" b="0" i="0" dirty="0" err="1">
                    <a:solidFill>
                      <a:srgbClr val="000000"/>
                    </a:solidFill>
                    <a:effectLst/>
                  </a:rPr>
                  <a:t>Nunc</a:t>
                </a:r>
                <a:r>
                  <a:rPr lang="de-DE" sz="2000" b="0" i="0" dirty="0">
                    <a:solidFill>
                      <a:srgbClr val="000000"/>
                    </a:solidFill>
                    <a:effectLst/>
                  </a:rPr>
                  <a:t> et nulla </a:t>
                </a:r>
                <a:r>
                  <a:rPr lang="de-DE" sz="2000" b="0" i="0" dirty="0" err="1">
                    <a:solidFill>
                      <a:srgbClr val="000000"/>
                    </a:solidFill>
                    <a:effectLst/>
                  </a:rPr>
                  <a:t>dui</a:t>
                </a:r>
                <a:r>
                  <a:rPr lang="de-DE" sz="2000" b="0" i="0" dirty="0">
                    <a:solidFill>
                      <a:srgbClr val="000000"/>
                    </a:solidFill>
                    <a:effectLst/>
                  </a:rPr>
                  <a:t>. </a:t>
                </a:r>
                <a:r>
                  <a:rPr lang="de-DE" sz="2000" b="0" i="0" dirty="0" err="1">
                    <a:solidFill>
                      <a:srgbClr val="000000"/>
                    </a:solidFill>
                    <a:effectLst/>
                  </a:rPr>
                  <a:t>Donec</a:t>
                </a:r>
                <a:r>
                  <a:rPr lang="de-DE" sz="2000" b="0" i="0" dirty="0">
                    <a:solidFill>
                      <a:srgbClr val="000000"/>
                    </a:solidFill>
                    <a:effectLst/>
                  </a:rPr>
                  <a:t> </a:t>
                </a:r>
                <a:r>
                  <a:rPr lang="de-DE" sz="2000" b="0" i="0" dirty="0" err="1">
                    <a:solidFill>
                      <a:srgbClr val="000000"/>
                    </a:solidFill>
                    <a:effectLst/>
                  </a:rPr>
                  <a:t>velit</a:t>
                </a:r>
                <a:r>
                  <a:rPr lang="de-DE" sz="2000" b="0" i="0" dirty="0">
                    <a:solidFill>
                      <a:srgbClr val="000000"/>
                    </a:solidFill>
                    <a:effectLst/>
                  </a:rPr>
                  <a:t> </a:t>
                </a:r>
                <a:r>
                  <a:rPr lang="de-DE" sz="2000" b="0" i="0" dirty="0" err="1">
                    <a:solidFill>
                      <a:srgbClr val="000000"/>
                    </a:solidFill>
                    <a:effectLst/>
                  </a:rPr>
                  <a:t>purus</a:t>
                </a:r>
                <a:r>
                  <a:rPr lang="de-DE" sz="2000" b="0" i="0" dirty="0">
                    <a:solidFill>
                      <a:srgbClr val="000000"/>
                    </a:solidFill>
                    <a:effectLst/>
                  </a:rPr>
                  <a:t>, </a:t>
                </a:r>
                <a:r>
                  <a:rPr lang="de-DE" sz="2000" b="0" i="0" dirty="0" err="1">
                    <a:solidFill>
                      <a:srgbClr val="000000"/>
                    </a:solidFill>
                    <a:effectLst/>
                  </a:rPr>
                  <a:t>mattis</a:t>
                </a:r>
                <a:r>
                  <a:rPr lang="de-DE" sz="2000" b="0" i="0" dirty="0">
                    <a:solidFill>
                      <a:srgbClr val="000000"/>
                    </a:solidFill>
                    <a:effectLst/>
                  </a:rPr>
                  <a:t> non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purus</a:t>
                </a:r>
                <a:r>
                  <a:rPr lang="de-DE" sz="2000" b="0" i="0" dirty="0">
                    <a:solidFill>
                      <a:srgbClr val="000000"/>
                    </a:solidFill>
                    <a:effectLst/>
                  </a:rPr>
                  <a:t>. </a:t>
                </a:r>
                <a:r>
                  <a:rPr lang="de-DE" sz="2000" b="0" i="0" dirty="0" err="1">
                    <a:solidFill>
                      <a:srgbClr val="000000"/>
                    </a:solidFill>
                    <a:effectLst/>
                  </a:rPr>
                  <a:t>Praesent</a:t>
                </a:r>
                <a:r>
                  <a:rPr lang="de-DE" sz="2000" b="0" i="0" dirty="0">
                    <a:solidFill>
                      <a:srgbClr val="000000"/>
                    </a:solidFill>
                    <a:effectLst/>
                  </a:rPr>
                  <a:t> </a:t>
                </a:r>
                <a:r>
                  <a:rPr lang="de-DE" sz="2000" b="0" i="0" dirty="0" err="1">
                    <a:solidFill>
                      <a:srgbClr val="000000"/>
                    </a:solidFill>
                    <a:effectLst/>
                  </a:rPr>
                  <a:t>lacinia</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et </a:t>
                </a:r>
                <a:r>
                  <a:rPr lang="de-DE" sz="2000" b="0" i="0" dirty="0" err="1">
                    <a:solidFill>
                      <a:srgbClr val="000000"/>
                    </a:solidFill>
                    <a:effectLst/>
                  </a:rPr>
                  <a:t>arcu</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eu</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consequat</a:t>
                </a:r>
                <a:r>
                  <a:rPr lang="de-DE" sz="2000" b="0" i="0" dirty="0">
                    <a:solidFill>
                      <a:srgbClr val="000000"/>
                    </a:solidFill>
                    <a:effectLst/>
                  </a:rPr>
                  <a:t> </a:t>
                </a:r>
                <a:r>
                  <a:rPr lang="de-DE" sz="2000" b="0" i="0" dirty="0" err="1">
                    <a:solidFill>
                      <a:srgbClr val="000000"/>
                    </a:solidFill>
                    <a:effectLst/>
                  </a:rPr>
                  <a:t>lorem</a:t>
                </a:r>
                <a:r>
                  <a:rPr lang="de-DE" sz="2000" b="0" i="0" dirty="0">
                    <a:solidFill>
                      <a:srgbClr val="000000"/>
                    </a:solidFill>
                    <a:effectLst/>
                  </a:rPr>
                  <a:t> at </a:t>
                </a:r>
                <a:r>
                  <a:rPr lang="de-DE" sz="2000" b="0" i="0" dirty="0" err="1">
                    <a:solidFill>
                      <a:srgbClr val="000000"/>
                    </a:solidFill>
                    <a:effectLst/>
                  </a:rPr>
                  <a:t>leo</a:t>
                </a:r>
                <a:r>
                  <a:rPr lang="de-DE" sz="2000" b="0" i="0" dirty="0">
                    <a:solidFill>
                      <a:srgbClr val="000000"/>
                    </a:solidFill>
                    <a:effectLst/>
                  </a:rPr>
                  <a:t> </a:t>
                </a:r>
                <a:r>
                  <a:rPr lang="de-DE" sz="2000" b="0" i="0" dirty="0" err="1">
                    <a:solidFill>
                      <a:srgbClr val="000000"/>
                    </a:solidFill>
                    <a:effectLst/>
                  </a:rPr>
                  <a:t>viverra</a:t>
                </a:r>
                <a:r>
                  <a:rPr lang="de-DE" sz="2000" b="0" i="0" dirty="0">
                    <a:solidFill>
                      <a:srgbClr val="000000"/>
                    </a:solidFill>
                    <a:effectLst/>
                  </a:rPr>
                  <a:t> </a:t>
                </a:r>
                <a:r>
                  <a:rPr lang="de-DE" sz="2000" b="0" i="0" dirty="0" err="1">
                    <a:solidFill>
                      <a:srgbClr val="000000"/>
                    </a:solidFill>
                    <a:effectLst/>
                  </a:rPr>
                  <a:t>imperdiet</a:t>
                </a:r>
                <a:r>
                  <a:rPr lang="de-DE" sz="2000" b="0" i="0" dirty="0">
                    <a:solidFill>
                      <a:srgbClr val="000000"/>
                    </a:solidFill>
                    <a:effectLst/>
                  </a:rPr>
                  <a:t>. Nulla </a:t>
                </a:r>
                <a:r>
                  <a:rPr lang="de-DE" sz="2000" b="0" i="0" dirty="0" err="1">
                    <a:solidFill>
                      <a:srgbClr val="000000"/>
                    </a:solidFill>
                    <a:effectLst/>
                  </a:rPr>
                  <a:t>ac</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massa</a:t>
                </a:r>
                <a:r>
                  <a:rPr lang="de-DE" sz="2000" b="0" i="0" dirty="0">
                    <a:solidFill>
                      <a:srgbClr val="000000"/>
                    </a:solidFill>
                    <a:effectLst/>
                  </a:rPr>
                  <a:t>. Mauris </a:t>
                </a:r>
                <a:r>
                  <a:rPr lang="de-DE" sz="2000" b="0" i="0" dirty="0" err="1">
                    <a:solidFill>
                      <a:srgbClr val="000000"/>
                    </a:solidFill>
                    <a:effectLst/>
                  </a:rPr>
                  <a:t>lobortis</a:t>
                </a:r>
                <a:r>
                  <a:rPr lang="de-DE" sz="2000" b="0" i="0" dirty="0">
                    <a:solidFill>
                      <a:srgbClr val="000000"/>
                    </a:solidFill>
                    <a:effectLst/>
                  </a:rPr>
                  <a:t> </a:t>
                </a:r>
                <a:r>
                  <a:rPr lang="de-DE" sz="2000" b="0" i="0" dirty="0" err="1">
                    <a:solidFill>
                      <a:srgbClr val="000000"/>
                    </a:solidFill>
                    <a:effectLst/>
                  </a:rPr>
                  <a:t>ullamcorper</a:t>
                </a:r>
                <a:r>
                  <a:rPr lang="de-DE" sz="2000" b="0" i="0" dirty="0">
                    <a:solidFill>
                      <a:srgbClr val="000000"/>
                    </a:solidFill>
                    <a:effectLst/>
                  </a:rPr>
                  <a:t> </a:t>
                </a:r>
                <a:r>
                  <a:rPr lang="de-DE" sz="2000" b="0" i="0" dirty="0" err="1">
                    <a:solidFill>
                      <a:srgbClr val="000000"/>
                    </a:solidFill>
                    <a:effectLst/>
                  </a:rPr>
                  <a:t>laoreet</a:t>
                </a:r>
                <a:r>
                  <a:rPr lang="de-DE" sz="2000" b="0" i="0" dirty="0">
                    <a:solidFill>
                      <a:srgbClr val="000000"/>
                    </a:solidFill>
                    <a:effectLst/>
                  </a:rPr>
                  <a:t>. Morbi </a:t>
                </a:r>
                <a:r>
                  <a:rPr lang="de-DE" sz="2000" b="0" i="0" dirty="0" err="1">
                    <a:solidFill>
                      <a:srgbClr val="000000"/>
                    </a:solidFill>
                    <a:effectLst/>
                  </a:rPr>
                  <a:t>imperdiet</a:t>
                </a:r>
                <a:r>
                  <a:rPr lang="de-DE" sz="2000" b="0" i="0" dirty="0">
                    <a:solidFill>
                      <a:srgbClr val="000000"/>
                    </a:solidFill>
                    <a:effectLst/>
                  </a:rPr>
                  <a:t> </a:t>
                </a:r>
                <a:r>
                  <a:rPr lang="de-DE" sz="2000" b="0" i="0" dirty="0" err="1">
                    <a:solidFill>
                      <a:srgbClr val="000000"/>
                    </a:solidFill>
                    <a:effectLst/>
                  </a:rPr>
                  <a:t>risus</a:t>
                </a:r>
                <a:r>
                  <a:rPr lang="de-DE" sz="2000" b="0" i="0" dirty="0">
                    <a:solidFill>
                      <a:srgbClr val="000000"/>
                    </a:solidFill>
                    <a:effectLst/>
                  </a:rPr>
                  <a:t> </a:t>
                </a:r>
                <a:r>
                  <a:rPr lang="de-DE" sz="2000" b="0" i="0" dirty="0" err="1">
                    <a:solidFill>
                      <a:srgbClr val="000000"/>
                    </a:solidFill>
                    <a:effectLst/>
                  </a:rPr>
                  <a:t>vitae</a:t>
                </a:r>
                <a:r>
                  <a:rPr lang="de-DE" sz="2000" b="0" i="0" dirty="0">
                    <a:solidFill>
                      <a:srgbClr val="000000"/>
                    </a:solidFill>
                    <a:effectLst/>
                  </a:rPr>
                  <a:t> </a:t>
                </a:r>
                <a:r>
                  <a:rPr lang="de-DE" sz="2000" b="0" i="0" dirty="0" err="1">
                    <a:solidFill>
                      <a:srgbClr val="000000"/>
                    </a:solidFill>
                    <a:effectLst/>
                  </a:rPr>
                  <a:t>bibendum</a:t>
                </a:r>
                <a:r>
                  <a:rPr lang="de-DE" sz="2000" b="0" i="0" dirty="0">
                    <a:solidFill>
                      <a:srgbClr val="000000"/>
                    </a:solidFill>
                    <a:effectLst/>
                  </a:rPr>
                  <a:t> </a:t>
                </a:r>
                <a:r>
                  <a:rPr lang="de-DE" sz="2000" b="0" i="0" dirty="0" err="1">
                    <a:solidFill>
                      <a:srgbClr val="000000"/>
                    </a:solidFill>
                    <a:effectLst/>
                  </a:rPr>
                  <a:t>venenatis</a:t>
                </a:r>
                <a:r>
                  <a:rPr lang="de-DE" sz="2000" b="0" i="0" dirty="0">
                    <a:solidFill>
                      <a:srgbClr val="000000"/>
                    </a:solidFill>
                    <a:effectLst/>
                  </a:rPr>
                  <a:t>.</a:t>
                </a:r>
              </a:p>
              <a:p>
                <a:pPr algn="just"/>
                <a:endParaRPr lang="de-DE" dirty="0">
                  <a:solidFill>
                    <a:srgbClr val="000000"/>
                  </a:solidFill>
                </a:endParaRPr>
              </a:p>
              <a:p>
                <a:pPr algn="just"/>
                <a14:m>
                  <m:oMathPara xmlns:m="http://schemas.openxmlformats.org/officeDocument/2006/math">
                    <m:oMathParaPr>
                      <m:jc m:val="centerGroup"/>
                    </m:oMathParaPr>
                    <m:oMath xmlns:m="http://schemas.openxmlformats.org/officeDocument/2006/math">
                      <m:sSup>
                        <m:sSupPr>
                          <m:ctrlPr>
                            <a:rPr lang="de-DE" b="0" i="1" smtClean="0">
                              <a:latin typeface="Cambria Math" panose="02040503050406030204" pitchFamily="18" charset="0"/>
                            </a:rPr>
                          </m:ctrlPr>
                        </m:sSupPr>
                        <m:e>
                          <m:r>
                            <a:rPr lang="de-DE" b="0" i="1" smtClean="0">
                              <a:latin typeface="Cambria Math" panose="02040503050406030204" pitchFamily="18" charset="0"/>
                            </a:rPr>
                            <m:t>𝑠</m:t>
                          </m:r>
                        </m:e>
                        <m:sup>
                          <m:r>
                            <a:rPr lang="de-DE" b="0" i="1" smtClean="0">
                              <a:latin typeface="Cambria Math" panose="02040503050406030204" pitchFamily="18" charset="0"/>
                            </a:rPr>
                            <m:t>2</m:t>
                          </m:r>
                        </m:sup>
                      </m:sSup>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r>
                            <a:rPr lang="de-DE" b="0" i="1" smtClean="0">
                              <a:latin typeface="Cambria Math" panose="02040503050406030204" pitchFamily="18" charset="0"/>
                            </a:rPr>
                            <m:t>𝑛</m:t>
                          </m:r>
                          <m:r>
                            <a:rPr lang="de-DE" b="0" i="1" smtClean="0">
                              <a:latin typeface="Cambria Math" panose="02040503050406030204" pitchFamily="18" charset="0"/>
                            </a:rPr>
                            <m:t>−1</m:t>
                          </m:r>
                        </m:den>
                      </m:f>
                      <m:r>
                        <a:rPr lang="de-DE" b="0" i="1" smtClean="0">
                          <a:latin typeface="Cambria Math" panose="02040503050406030204" pitchFamily="18" charset="0"/>
                        </a:rPr>
                        <m:t> </m:t>
                      </m:r>
                      <m:sSup>
                        <m:sSupPr>
                          <m:ctrlPr>
                            <a:rPr lang="de-DE" b="0" i="1" smtClean="0">
                              <a:latin typeface="Cambria Math" panose="02040503050406030204" pitchFamily="18" charset="0"/>
                            </a:rPr>
                          </m:ctrlPr>
                        </m:sSupPr>
                        <m:e>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𝑥</m:t>
                                  </m:r>
                                </m:e>
                                <m:sub>
                                  <m:r>
                                    <a:rPr lang="de-DE" b="0" i="1" smtClean="0">
                                      <a:latin typeface="Cambria Math" panose="02040503050406030204" pitchFamily="18" charset="0"/>
                                    </a:rPr>
                                    <m:t>𝑖</m:t>
                                  </m:r>
                                </m:sub>
                              </m:sSub>
                              <m:r>
                                <a:rPr lang="de-DE" b="0" i="1" smtClean="0">
                                  <a:latin typeface="Cambria Math" panose="02040503050406030204" pitchFamily="18" charset="0"/>
                                </a:rPr>
                                <m:t>− </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e>
                          </m:d>
                        </m:e>
                        <m:sup>
                          <m:r>
                            <a:rPr lang="de-DE" b="0" i="1" smtClean="0">
                              <a:latin typeface="Cambria Math" panose="02040503050406030204" pitchFamily="18" charset="0"/>
                            </a:rPr>
                            <m:t>2</m:t>
                          </m:r>
                        </m:sup>
                      </m:sSup>
                    </m:oMath>
                  </m:oMathPara>
                </a14:m>
                <a:endParaRPr lang="en-GB" dirty="0"/>
              </a:p>
              <a:p>
                <a:pPr algn="just"/>
                <a:endParaRPr lang="en-GB" dirty="0"/>
              </a:p>
              <a:p>
                <a:pPr algn="just"/>
                <a:r>
                  <a:rPr lang="en-GB" dirty="0" err="1"/>
                  <a:t>Phasellus</a:t>
                </a:r>
                <a:r>
                  <a:rPr lang="en-GB" dirty="0"/>
                  <a:t> </a:t>
                </a:r>
                <a:r>
                  <a:rPr lang="en-GB" dirty="0" err="1"/>
                  <a:t>augue</a:t>
                </a:r>
                <a:r>
                  <a:rPr lang="en-GB" dirty="0"/>
                  <a:t> dui, </a:t>
                </a:r>
                <a:r>
                  <a:rPr lang="en-GB" dirty="0" err="1"/>
                  <a:t>mattis</a:t>
                </a:r>
                <a:r>
                  <a:rPr lang="en-GB" dirty="0"/>
                  <a:t> ac </a:t>
                </a:r>
                <a:r>
                  <a:rPr lang="en-GB" dirty="0" err="1"/>
                  <a:t>justo</a:t>
                </a:r>
                <a:r>
                  <a:rPr lang="en-GB" dirty="0"/>
                  <a:t> </a:t>
                </a:r>
                <a:r>
                  <a:rPr lang="en-GB" dirty="0" err="1"/>
                  <a:t>sed</a:t>
                </a:r>
                <a:r>
                  <a:rPr lang="en-GB" dirty="0"/>
                  <a:t>, </a:t>
                </a:r>
                <a:r>
                  <a:rPr lang="en-GB" dirty="0" err="1"/>
                  <a:t>commodo</a:t>
                </a:r>
                <a:r>
                  <a:rPr lang="en-GB" dirty="0"/>
                  <a:t> </a:t>
                </a:r>
                <a:r>
                  <a:rPr lang="en-GB" dirty="0" err="1"/>
                  <a:t>ultrices</a:t>
                </a:r>
                <a:r>
                  <a:rPr lang="en-GB" dirty="0"/>
                  <a:t> </a:t>
                </a:r>
                <a:r>
                  <a:rPr lang="en-GB" dirty="0" err="1"/>
                  <a:t>urna</a:t>
                </a:r>
                <a:r>
                  <a:rPr lang="en-GB" dirty="0"/>
                  <a:t>. </a:t>
                </a:r>
                <a:r>
                  <a:rPr lang="en-GB" dirty="0" err="1"/>
                  <a:t>Nulla</a:t>
                </a:r>
                <a:r>
                  <a:rPr lang="en-GB" dirty="0"/>
                  <a:t> </a:t>
                </a:r>
                <a:r>
                  <a:rPr lang="en-GB" dirty="0" err="1"/>
                  <a:t>sagittis</a:t>
                </a:r>
                <a:r>
                  <a:rPr lang="en-GB" dirty="0"/>
                  <a:t> </a:t>
                </a:r>
                <a:r>
                  <a:rPr lang="en-GB" dirty="0" err="1"/>
                  <a:t>enim</a:t>
                </a:r>
                <a:r>
                  <a:rPr lang="en-GB" dirty="0"/>
                  <a:t> </a:t>
                </a:r>
                <a:r>
                  <a:rPr lang="en-GB" dirty="0" err="1"/>
                  <a:t>neque</a:t>
                </a:r>
                <a:r>
                  <a:rPr lang="en-GB" dirty="0"/>
                  <a:t>, </a:t>
                </a:r>
                <a:r>
                  <a:rPr lang="en-GB" dirty="0" err="1"/>
                  <a:t>dapibus</a:t>
                </a:r>
                <a:r>
                  <a:rPr lang="en-GB" dirty="0"/>
                  <a:t> </a:t>
                </a:r>
                <a:r>
                  <a:rPr lang="en-GB" dirty="0" err="1"/>
                  <a:t>tincidunt</a:t>
                </a:r>
                <a:r>
                  <a:rPr lang="en-GB" dirty="0"/>
                  <a:t> </a:t>
                </a:r>
                <a:r>
                  <a:rPr lang="en-GB" dirty="0" err="1"/>
                  <a:t>enim</a:t>
                </a:r>
                <a:r>
                  <a:rPr lang="en-GB" dirty="0"/>
                  <a:t> semper vitae. </a:t>
                </a:r>
                <a:r>
                  <a:rPr lang="en-GB" dirty="0" err="1"/>
                  <a:t>Nullam</a:t>
                </a:r>
                <a:r>
                  <a:rPr lang="en-GB" dirty="0"/>
                  <a:t> </a:t>
                </a:r>
                <a:r>
                  <a:rPr lang="en-GB" dirty="0" err="1"/>
                  <a:t>eget</a:t>
                </a:r>
                <a:r>
                  <a:rPr lang="en-GB" dirty="0"/>
                  <a:t> </a:t>
                </a:r>
                <a:r>
                  <a:rPr lang="en-GB" dirty="0" err="1"/>
                  <a:t>velit</a:t>
                </a:r>
                <a:r>
                  <a:rPr lang="en-GB" dirty="0"/>
                  <a:t> at lorem </a:t>
                </a:r>
                <a:r>
                  <a:rPr lang="en-GB" dirty="0" err="1"/>
                  <a:t>sollicitudin</a:t>
                </a:r>
                <a:r>
                  <a:rPr lang="en-GB" dirty="0"/>
                  <a:t> auctor non </a:t>
                </a:r>
                <a:r>
                  <a:rPr lang="en-GB" dirty="0" err="1"/>
                  <a:t>vel</a:t>
                </a:r>
                <a:r>
                  <a:rPr lang="en-GB" dirty="0"/>
                  <a:t> </a:t>
                </a:r>
                <a:r>
                  <a:rPr lang="en-GB" dirty="0" err="1"/>
                  <a:t>velit</a:t>
                </a:r>
                <a:r>
                  <a:rPr lang="en-GB" dirty="0"/>
                  <a:t>. </a:t>
                </a:r>
                <a:r>
                  <a:rPr lang="en-GB" dirty="0" err="1"/>
                  <a:t>Nullam</a:t>
                </a:r>
                <a:r>
                  <a:rPr lang="en-GB" dirty="0"/>
                  <a:t> non </a:t>
                </a:r>
                <a:r>
                  <a:rPr lang="en-GB" dirty="0" err="1"/>
                  <a:t>dapibus</a:t>
                </a:r>
                <a:r>
                  <a:rPr lang="en-GB" dirty="0"/>
                  <a:t> est. </a:t>
                </a:r>
                <a:r>
                  <a:rPr lang="en-GB" dirty="0" err="1"/>
                  <a:t>Suspendisse</a:t>
                </a:r>
                <a:r>
                  <a:rPr lang="en-GB" dirty="0"/>
                  <a:t> </a:t>
                </a:r>
                <a:r>
                  <a:rPr lang="en-GB" dirty="0" err="1"/>
                  <a:t>faucibus</a:t>
                </a:r>
                <a:r>
                  <a:rPr lang="en-GB" dirty="0"/>
                  <a:t> </a:t>
                </a:r>
                <a:r>
                  <a:rPr lang="en-GB" dirty="0" err="1"/>
                  <a:t>congue</a:t>
                </a:r>
                <a:r>
                  <a:rPr lang="en-GB" dirty="0"/>
                  <a:t> </a:t>
                </a:r>
                <a:r>
                  <a:rPr lang="en-GB" dirty="0" err="1"/>
                  <a:t>purus</a:t>
                </a:r>
                <a:r>
                  <a:rPr lang="en-GB" dirty="0"/>
                  <a:t>, fermentum </a:t>
                </a:r>
                <a:r>
                  <a:rPr lang="en-GB" dirty="0" err="1"/>
                  <a:t>tristique</a:t>
                </a:r>
                <a:r>
                  <a:rPr lang="en-GB" dirty="0"/>
                  <a:t> </a:t>
                </a:r>
                <a:r>
                  <a:rPr lang="en-GB" dirty="0" err="1"/>
                  <a:t>nibh</a:t>
                </a:r>
                <a:r>
                  <a:rPr lang="en-GB" dirty="0"/>
                  <a:t> </a:t>
                </a:r>
                <a:r>
                  <a:rPr lang="en-GB" dirty="0" err="1"/>
                  <a:t>blandit</a:t>
                </a:r>
                <a:r>
                  <a:rPr lang="en-GB" dirty="0"/>
                  <a:t> vitae. </a:t>
                </a:r>
                <a:r>
                  <a:rPr lang="en-GB" dirty="0" err="1"/>
                  <a:t>Praesent</a:t>
                </a:r>
                <a:r>
                  <a:rPr lang="en-GB" dirty="0"/>
                  <a:t> sit </a:t>
                </a:r>
                <a:r>
                  <a:rPr lang="en-GB" dirty="0" err="1"/>
                  <a:t>amet</a:t>
                </a:r>
                <a:r>
                  <a:rPr lang="en-GB" dirty="0"/>
                  <a:t> </a:t>
                </a:r>
                <a:r>
                  <a:rPr lang="en-GB" dirty="0" err="1"/>
                  <a:t>tempor</a:t>
                </a:r>
                <a:r>
                  <a:rPr lang="en-GB" dirty="0"/>
                  <a:t> ligula. Aenean </a:t>
                </a:r>
                <a:r>
                  <a:rPr lang="en-GB" dirty="0" err="1"/>
                  <a:t>sed</a:t>
                </a:r>
                <a:r>
                  <a:rPr lang="en-GB" dirty="0"/>
                  <a:t> </a:t>
                </a:r>
                <a:r>
                  <a:rPr lang="en-GB" dirty="0" err="1"/>
                  <a:t>elementum</a:t>
                </a:r>
                <a:r>
                  <a:rPr lang="en-GB" dirty="0"/>
                  <a:t> </a:t>
                </a:r>
                <a:r>
                  <a:rPr lang="en-GB" dirty="0" err="1"/>
                  <a:t>velit</a:t>
                </a:r>
                <a:r>
                  <a:rPr lang="en-GB" dirty="0"/>
                  <a:t>. </a:t>
                </a:r>
                <a:r>
                  <a:rPr lang="en-GB" dirty="0" err="1"/>
                  <a:t>Nulla</a:t>
                </a:r>
                <a:r>
                  <a:rPr lang="en-GB" dirty="0"/>
                  <a:t> et </a:t>
                </a:r>
                <a:r>
                  <a:rPr lang="en-GB" dirty="0" err="1"/>
                  <a:t>nunc</a:t>
                </a:r>
                <a:r>
                  <a:rPr lang="en-GB" dirty="0"/>
                  <a:t> et mi </a:t>
                </a:r>
                <a:r>
                  <a:rPr lang="en-GB" dirty="0" err="1"/>
                  <a:t>vulputate</a:t>
                </a:r>
                <a:r>
                  <a:rPr lang="en-GB" dirty="0"/>
                  <a:t> convallis. Proin </a:t>
                </a:r>
                <a:r>
                  <a:rPr lang="en-GB" dirty="0" err="1"/>
                  <a:t>viverra</a:t>
                </a:r>
                <a:r>
                  <a:rPr lang="en-GB" dirty="0"/>
                  <a:t> </a:t>
                </a:r>
                <a:r>
                  <a:rPr lang="en-GB" dirty="0" err="1"/>
                  <a:t>mattis</a:t>
                </a:r>
                <a:r>
                  <a:rPr lang="en-GB" dirty="0"/>
                  <a:t> </a:t>
                </a:r>
                <a:r>
                  <a:rPr lang="en-GB" dirty="0" err="1"/>
                  <a:t>velit</a:t>
                </a:r>
                <a:r>
                  <a:rPr lang="en-GB" dirty="0"/>
                  <a:t> ac </a:t>
                </a:r>
                <a:r>
                  <a:rPr lang="en-GB" dirty="0" err="1"/>
                  <a:t>finibus</a:t>
                </a:r>
                <a:r>
                  <a:rPr lang="en-GB" dirty="0"/>
                  <a:t>. Vestibulum </a:t>
                </a:r>
                <a:r>
                  <a:rPr lang="en-GB" dirty="0" err="1"/>
                  <a:t>quis</a:t>
                </a:r>
                <a:r>
                  <a:rPr lang="en-GB" dirty="0"/>
                  <a:t> </a:t>
                </a:r>
                <a:r>
                  <a:rPr lang="en-GB" dirty="0" err="1"/>
                  <a:t>lacus</a:t>
                </a:r>
                <a:r>
                  <a:rPr lang="en-GB" dirty="0"/>
                  <a:t> in </a:t>
                </a:r>
                <a:r>
                  <a:rPr lang="en-GB" dirty="0" err="1"/>
                  <a:t>neque</a:t>
                </a:r>
                <a:r>
                  <a:rPr lang="en-GB" dirty="0"/>
                  <a:t> </a:t>
                </a:r>
                <a:r>
                  <a:rPr lang="en-GB" dirty="0" err="1"/>
                  <a:t>tincidunt</a:t>
                </a:r>
                <a:r>
                  <a:rPr lang="en-GB" dirty="0"/>
                  <a:t> convallis. </a:t>
                </a:r>
                <a:r>
                  <a:rPr lang="en-GB" dirty="0" err="1"/>
                  <a:t>Phasellus</a:t>
                </a:r>
                <a:r>
                  <a:rPr lang="en-GB" dirty="0"/>
                  <a:t> </a:t>
                </a:r>
                <a:r>
                  <a:rPr lang="en-GB" dirty="0" err="1"/>
                  <a:t>mattis</a:t>
                </a:r>
                <a:r>
                  <a:rPr lang="en-GB" dirty="0"/>
                  <a:t> </a:t>
                </a:r>
                <a:r>
                  <a:rPr lang="en-GB" dirty="0" err="1"/>
                  <a:t>sapien</a:t>
                </a:r>
                <a:r>
                  <a:rPr lang="en-GB" dirty="0"/>
                  <a:t> </a:t>
                </a:r>
                <a:r>
                  <a:rPr lang="en-GB" dirty="0" err="1"/>
                  <a:t>odio</a:t>
                </a:r>
                <a:r>
                  <a:rPr lang="en-GB" dirty="0"/>
                  <a:t>, vitae </a:t>
                </a:r>
                <a:r>
                  <a:rPr lang="en-GB" dirty="0" err="1"/>
                  <a:t>congue</a:t>
                </a:r>
                <a:r>
                  <a:rPr lang="en-GB" dirty="0"/>
                  <a:t> lorem </a:t>
                </a:r>
                <a:r>
                  <a:rPr lang="en-GB" dirty="0" err="1"/>
                  <a:t>commodo</a:t>
                </a:r>
                <a:r>
                  <a:rPr lang="en-GB" dirty="0"/>
                  <a:t> vel. </a:t>
                </a:r>
                <a:r>
                  <a:rPr lang="en-GB" dirty="0" err="1"/>
                  <a:t>Nullam</a:t>
                </a:r>
                <a:r>
                  <a:rPr lang="en-GB" dirty="0"/>
                  <a:t> fermentum at ante a </a:t>
                </a:r>
                <a:r>
                  <a:rPr lang="en-GB" dirty="0" err="1"/>
                  <a:t>faucibus</a:t>
                </a:r>
                <a:r>
                  <a:rPr lang="en-GB" dirty="0"/>
                  <a:t>. Integer </a:t>
                </a:r>
                <a:r>
                  <a:rPr lang="en-GB" dirty="0" err="1"/>
                  <a:t>egestas</a:t>
                </a:r>
                <a:r>
                  <a:rPr lang="en-GB" dirty="0"/>
                  <a:t> </a:t>
                </a:r>
                <a:r>
                  <a:rPr lang="en-GB" dirty="0" err="1"/>
                  <a:t>eu</a:t>
                </a:r>
                <a:r>
                  <a:rPr lang="en-GB" dirty="0"/>
                  <a:t> </a:t>
                </a:r>
                <a:r>
                  <a:rPr lang="en-GB" dirty="0" err="1"/>
                  <a:t>tortor</a:t>
                </a:r>
                <a:r>
                  <a:rPr lang="en-GB" dirty="0"/>
                  <a:t> </a:t>
                </a:r>
                <a:r>
                  <a:rPr lang="en-GB" dirty="0" err="1"/>
                  <a:t>nec</a:t>
                </a:r>
                <a:r>
                  <a:rPr lang="en-GB" dirty="0"/>
                  <a:t> </a:t>
                </a:r>
                <a:r>
                  <a:rPr lang="en-GB" dirty="0" err="1"/>
                  <a:t>placerat</a:t>
                </a:r>
                <a:r>
                  <a:rPr lang="en-GB" dirty="0"/>
                  <a:t>. </a:t>
                </a:r>
                <a:r>
                  <a:rPr lang="en-GB" dirty="0" err="1"/>
                  <a:t>Sed</a:t>
                </a:r>
                <a:r>
                  <a:rPr lang="en-GB" dirty="0"/>
                  <a:t> et </a:t>
                </a:r>
                <a:r>
                  <a:rPr lang="en-GB" dirty="0" err="1"/>
                  <a:t>mauris</a:t>
                </a:r>
                <a:r>
                  <a:rPr lang="en-GB" dirty="0"/>
                  <a:t> </a:t>
                </a:r>
                <a:r>
                  <a:rPr lang="en-GB" dirty="0" err="1"/>
                  <a:t>vel</a:t>
                </a:r>
                <a:r>
                  <a:rPr lang="en-GB" dirty="0"/>
                  <a:t> </a:t>
                </a:r>
                <a:r>
                  <a:rPr lang="en-GB" dirty="0" err="1"/>
                  <a:t>dolor</a:t>
                </a:r>
                <a:r>
                  <a:rPr lang="en-GB" dirty="0"/>
                  <a:t> convallis maximus et </a:t>
                </a:r>
                <a:r>
                  <a:rPr lang="en-GB" dirty="0" err="1"/>
                  <a:t>eget</a:t>
                </a:r>
                <a:r>
                  <a:rPr lang="en-GB" dirty="0"/>
                  <a:t> diam. Ut </a:t>
                </a:r>
                <a:r>
                  <a:rPr lang="en-GB" dirty="0" err="1"/>
                  <a:t>sem</a:t>
                </a:r>
                <a:r>
                  <a:rPr lang="en-GB" dirty="0"/>
                  <a:t> </a:t>
                </a:r>
                <a:r>
                  <a:rPr lang="en-GB" dirty="0" err="1"/>
                  <a:t>nisl</a:t>
                </a:r>
                <a:r>
                  <a:rPr lang="en-GB" dirty="0"/>
                  <a:t>, </a:t>
                </a:r>
                <a:r>
                  <a:rPr lang="en-GB" dirty="0" err="1"/>
                  <a:t>venenatis</a:t>
                </a:r>
                <a:r>
                  <a:rPr lang="en-GB" dirty="0"/>
                  <a:t> </a:t>
                </a:r>
                <a:r>
                  <a:rPr lang="en-GB" dirty="0" err="1"/>
                  <a:t>nec</a:t>
                </a:r>
                <a:r>
                  <a:rPr lang="en-GB" dirty="0"/>
                  <a:t> ante a, </a:t>
                </a:r>
                <a:r>
                  <a:rPr lang="en-GB" dirty="0" err="1"/>
                  <a:t>luctus</a:t>
                </a:r>
                <a:r>
                  <a:rPr lang="en-GB" dirty="0"/>
                  <a:t> convallis ipsum.</a:t>
                </a:r>
              </a:p>
              <a:p>
                <a:pPr algn="just"/>
                <a:endParaRPr lang="en-GB" dirty="0"/>
              </a:p>
              <a:p>
                <a:pPr algn="just"/>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de-DE" b="0" i="1" smtClean="0">
                              <a:latin typeface="Cambria Math" panose="02040503050406030204" pitchFamily="18" charset="0"/>
                            </a:rPr>
                            <m:t>𝛽</m:t>
                          </m:r>
                        </m:e>
                      </m:acc>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m:t>
                          </m:r>
                          <m:r>
                            <a:rPr lang="de-DE" b="0" i="1" smtClean="0">
                              <a:latin typeface="Cambria Math" panose="02040503050406030204" pitchFamily="18" charset="0"/>
                            </a:rPr>
                            <m:t>𝑋</m:t>
                          </m:r>
                        </m:e>
                        <m:sup>
                          <m:r>
                            <a:rPr lang="de-DE" b="0" i="1" smtClean="0">
                              <a:latin typeface="Cambria Math" panose="02040503050406030204" pitchFamily="18" charset="0"/>
                            </a:rPr>
                            <m:t>𝑇</m:t>
                          </m:r>
                        </m:sup>
                      </m:sSup>
                      <m:r>
                        <a:rPr lang="de-DE" b="0" i="1" smtClean="0">
                          <a:latin typeface="Cambria Math" panose="02040503050406030204" pitchFamily="18" charset="0"/>
                        </a:rPr>
                        <m:t>𝑋</m:t>
                      </m:r>
                      <m:sSup>
                        <m:sSupPr>
                          <m:ctrlPr>
                            <a:rPr lang="de-DE" b="0" i="1" smtClean="0">
                              <a:latin typeface="Cambria Math" panose="02040503050406030204" pitchFamily="18" charset="0"/>
                            </a:rPr>
                          </m:ctrlPr>
                        </m:sSupPr>
                        <m:e>
                          <m:r>
                            <a:rPr lang="de-DE" b="0" i="1" smtClean="0">
                              <a:latin typeface="Cambria Math" panose="02040503050406030204" pitchFamily="18" charset="0"/>
                            </a:rPr>
                            <m:t>)</m:t>
                          </m:r>
                        </m:e>
                        <m:sup>
                          <m:r>
                            <a:rPr lang="de-DE" b="0" i="1" smtClean="0">
                              <a:latin typeface="Cambria Math" panose="02040503050406030204" pitchFamily="18" charset="0"/>
                            </a:rPr>
                            <m:t>−1</m:t>
                          </m:r>
                        </m:sup>
                      </m:sSup>
                      <m:sSup>
                        <m:sSupPr>
                          <m:ctrlPr>
                            <a:rPr lang="de-DE" b="0" i="1" smtClean="0">
                              <a:latin typeface="Cambria Math" panose="02040503050406030204" pitchFamily="18" charset="0"/>
                            </a:rPr>
                          </m:ctrlPr>
                        </m:sSupPr>
                        <m:e>
                          <m:r>
                            <a:rPr lang="de-DE" b="0" i="1" smtClean="0">
                              <a:latin typeface="Cambria Math" panose="02040503050406030204" pitchFamily="18" charset="0"/>
                            </a:rPr>
                            <m:t>𝑋</m:t>
                          </m:r>
                        </m:e>
                        <m:sup>
                          <m:r>
                            <a:rPr lang="de-DE" b="0" i="1" smtClean="0">
                              <a:latin typeface="Cambria Math" panose="02040503050406030204" pitchFamily="18" charset="0"/>
                            </a:rPr>
                            <m:t>𝑇</m:t>
                          </m:r>
                        </m:sup>
                      </m:sSup>
                      <m:r>
                        <a:rPr lang="de-DE" b="0" i="1" smtClean="0">
                          <a:latin typeface="Cambria Math" panose="02040503050406030204" pitchFamily="18" charset="0"/>
                        </a:rPr>
                        <m:t>𝑦</m:t>
                      </m:r>
                      <m:r>
                        <a:rPr lang="de-DE" b="0" i="1" smtClean="0">
                          <a:latin typeface="Cambria Math" panose="02040503050406030204" pitchFamily="18" charset="0"/>
                        </a:rPr>
                        <m:t> </m:t>
                      </m:r>
                    </m:oMath>
                  </m:oMathPara>
                </a14:m>
                <a:endParaRPr lang="en-GB" dirty="0"/>
              </a:p>
              <a:p>
                <a:pPr algn="just"/>
                <a:endParaRPr lang="en-GB" dirty="0"/>
              </a:p>
            </p:txBody>
          </p:sp>
        </mc:Choice>
        <mc:Fallback xmlns="">
          <p:sp>
            <p:nvSpPr>
              <p:cNvPr id="7" name="Text Placeholder 2">
                <a:extLst>
                  <a:ext uri="{FF2B5EF4-FFF2-40B4-BE49-F238E27FC236}">
                    <a16:creationId xmlns:a16="http://schemas.microsoft.com/office/drawing/2014/main" id="{21DEFF32-0809-670B-9335-1C944EB38247}"/>
                  </a:ext>
                </a:extLst>
              </p:cNvPr>
              <p:cNvSpPr txBox="1">
                <a:spLocks noRot="1" noChangeAspect="1" noMove="1" noResize="1" noEditPoints="1" noAdjustHandles="1" noChangeArrowheads="1" noChangeShapeType="1" noTextEdit="1"/>
              </p:cNvSpPr>
              <p:nvPr/>
            </p:nvSpPr>
            <p:spPr>
              <a:xfrm>
                <a:off x="7811812" y="6133931"/>
                <a:ext cx="5760000" cy="10290403"/>
              </a:xfrm>
              <a:prstGeom prst="rect">
                <a:avLst/>
              </a:prstGeom>
              <a:blipFill>
                <a:blip r:embed="rId3"/>
                <a:stretch>
                  <a:fillRect/>
                </a:stretch>
              </a:blipFill>
            </p:spPr>
            <p:txBody>
              <a:bodyPr/>
              <a:lstStyle/>
              <a:p>
                <a:r>
                  <a:rPr lang="de-DE">
                    <a:noFill/>
                  </a:rPr>
                  <a:t> </a:t>
                </a:r>
              </a:p>
            </p:txBody>
          </p:sp>
        </mc:Fallback>
      </mc:AlternateContent>
      <p:sp>
        <p:nvSpPr>
          <p:cNvPr id="10" name="Text Placeholder 2">
            <a:extLst>
              <a:ext uri="{FF2B5EF4-FFF2-40B4-BE49-F238E27FC236}">
                <a16:creationId xmlns:a16="http://schemas.microsoft.com/office/drawing/2014/main" id="{522B4DA5-4A40-1AB7-63A4-8E03594A21B9}"/>
              </a:ext>
            </a:extLst>
          </p:cNvPr>
          <p:cNvSpPr txBox="1">
            <a:spLocks/>
          </p:cNvSpPr>
          <p:nvPr/>
        </p:nvSpPr>
        <p:spPr>
          <a:xfrm>
            <a:off x="14293299" y="2403130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Projekthinweise</a:t>
            </a:r>
          </a:p>
        </p:txBody>
      </p:sp>
      <p:sp>
        <p:nvSpPr>
          <p:cNvPr id="11" name="Text Placeholder 2">
            <a:extLst>
              <a:ext uri="{FF2B5EF4-FFF2-40B4-BE49-F238E27FC236}">
                <a16:creationId xmlns:a16="http://schemas.microsoft.com/office/drawing/2014/main" id="{DE6A8F2E-AAC6-B737-4AC8-0EAFDA7C600E}"/>
              </a:ext>
            </a:extLst>
          </p:cNvPr>
          <p:cNvSpPr txBox="1">
            <a:spLocks/>
          </p:cNvSpPr>
          <p:nvPr/>
        </p:nvSpPr>
        <p:spPr>
          <a:xfrm>
            <a:off x="14293299" y="25161663"/>
            <a:ext cx="5760000" cy="236946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1800" dirty="0">
                <a:latin typeface="Arial" pitchFamily="34" charset="0"/>
              </a:rPr>
              <a:t>Diese Case Study wurde am Standort Meschede der Fachhochschule Südwestfalen im Rahmen des Studienganges Data Science (</a:t>
            </a:r>
            <a:r>
              <a:rPr lang="de-DE" sz="1800" dirty="0" err="1">
                <a:latin typeface="Arial" pitchFamily="34" charset="0"/>
              </a:rPr>
              <a:t>M.Sc</a:t>
            </a:r>
            <a:r>
              <a:rPr lang="de-DE" sz="1800" dirty="0"/>
              <a:t>.)</a:t>
            </a:r>
            <a:r>
              <a:rPr lang="de-DE" sz="1800" dirty="0">
                <a:latin typeface="Arial" pitchFamily="34" charset="0"/>
              </a:rPr>
              <a:t> als Teil des Moduls </a:t>
            </a:r>
            <a:r>
              <a:rPr lang="de-DE" sz="1800" b="1" dirty="0">
                <a:latin typeface="Arial" pitchFamily="34" charset="0"/>
              </a:rPr>
              <a:t>Prädiktive Analytik </a:t>
            </a:r>
            <a:r>
              <a:rPr lang="de-DE" sz="1800" dirty="0">
                <a:latin typeface="Arial" pitchFamily="34" charset="0"/>
              </a:rPr>
              <a:t>(Prof. Dr. Benjamin Buchwitz) im Sommersemester 20xx</a:t>
            </a:r>
            <a:r>
              <a:rPr lang="de-DE" sz="1800" b="1" dirty="0">
                <a:latin typeface="Arial" pitchFamily="34" charset="0"/>
              </a:rPr>
              <a:t> </a:t>
            </a:r>
            <a:r>
              <a:rPr lang="de-DE" sz="1800" dirty="0">
                <a:latin typeface="Arial" pitchFamily="34" charset="0"/>
              </a:rPr>
              <a:t>von </a:t>
            </a:r>
            <a:r>
              <a:rPr lang="de-DE" sz="1800" b="1" dirty="0">
                <a:latin typeface="Arial" pitchFamily="34" charset="0"/>
              </a:rPr>
              <a:t>#</a:t>
            </a:r>
            <a:r>
              <a:rPr lang="de-DE" sz="1800" b="1" dirty="0" err="1">
                <a:latin typeface="Arial" pitchFamily="34" charset="0"/>
              </a:rPr>
              <a:t>MatNr</a:t>
            </a:r>
            <a:r>
              <a:rPr lang="de-DE" sz="1800" b="1" dirty="0">
                <a:latin typeface="Arial" pitchFamily="34" charset="0"/>
              </a:rPr>
              <a:t># </a:t>
            </a:r>
            <a:r>
              <a:rPr lang="de-DE" sz="1800" dirty="0">
                <a:latin typeface="Arial" pitchFamily="34" charset="0"/>
              </a:rPr>
              <a:t>angefertigt.</a:t>
            </a:r>
          </a:p>
        </p:txBody>
      </p:sp>
      <p:sp>
        <p:nvSpPr>
          <p:cNvPr id="15" name="Text Placeholder 2">
            <a:extLst>
              <a:ext uri="{FF2B5EF4-FFF2-40B4-BE49-F238E27FC236}">
                <a16:creationId xmlns:a16="http://schemas.microsoft.com/office/drawing/2014/main" id="{42C0CAFA-E843-7CA3-E7E0-9E271225B22C}"/>
              </a:ext>
            </a:extLst>
          </p:cNvPr>
          <p:cNvSpPr txBox="1">
            <a:spLocks noChangeAspect="1"/>
          </p:cNvSpPr>
          <p:nvPr/>
        </p:nvSpPr>
        <p:spPr>
          <a:xfrm>
            <a:off x="1330325" y="6133931"/>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Einführung</a:t>
            </a:r>
          </a:p>
        </p:txBody>
      </p:sp>
      <p:sp>
        <p:nvSpPr>
          <p:cNvPr id="16" name="Text Placeholder 2">
            <a:extLst>
              <a:ext uri="{FF2B5EF4-FFF2-40B4-BE49-F238E27FC236}">
                <a16:creationId xmlns:a16="http://schemas.microsoft.com/office/drawing/2014/main" id="{3864141D-B0AF-BDF1-7D89-9A0F5F8D5748}"/>
              </a:ext>
            </a:extLst>
          </p:cNvPr>
          <p:cNvSpPr txBox="1">
            <a:spLocks/>
          </p:cNvSpPr>
          <p:nvPr/>
        </p:nvSpPr>
        <p:spPr>
          <a:xfrm>
            <a:off x="1331363" y="7252864"/>
            <a:ext cx="5760000" cy="6120000"/>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b="0" i="0" dirty="0" err="1">
                <a:solidFill>
                  <a:srgbClr val="000000"/>
                </a:solidFill>
                <a:effectLst/>
              </a:rPr>
              <a:t>Lorem</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a:t>
            </a:r>
            <a:r>
              <a:rPr lang="de-DE" sz="2000" b="0" i="0" dirty="0" err="1">
                <a:solidFill>
                  <a:srgbClr val="000000"/>
                </a:solidFill>
                <a:effectLst/>
              </a:rPr>
              <a:t>dolor</a:t>
            </a:r>
            <a:r>
              <a:rPr lang="de-DE" sz="2000" b="0" i="0" dirty="0">
                <a:solidFill>
                  <a:srgbClr val="000000"/>
                </a:solidFill>
                <a:effectLst/>
              </a:rPr>
              <a:t>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consectetur</a:t>
            </a:r>
            <a:r>
              <a:rPr lang="de-DE" sz="2000" b="0" i="0" dirty="0">
                <a:solidFill>
                  <a:srgbClr val="000000"/>
                </a:solidFill>
                <a:effectLst/>
              </a:rPr>
              <a:t> </a:t>
            </a:r>
            <a:r>
              <a:rPr lang="de-DE" sz="2000" b="0" i="0" dirty="0" err="1">
                <a:solidFill>
                  <a:srgbClr val="000000"/>
                </a:solidFill>
                <a:effectLst/>
              </a:rPr>
              <a:t>adipiscing</a:t>
            </a:r>
            <a:r>
              <a:rPr lang="de-DE" sz="2000" b="0" i="0" dirty="0">
                <a:solidFill>
                  <a:srgbClr val="000000"/>
                </a:solidFill>
                <a:effectLst/>
              </a:rPr>
              <a:t> </a:t>
            </a:r>
            <a:r>
              <a:rPr lang="de-DE" sz="2000" b="0" i="0" dirty="0" err="1">
                <a:solidFill>
                  <a:srgbClr val="000000"/>
                </a:solidFill>
                <a:effectLst/>
              </a:rPr>
              <a:t>elit</a:t>
            </a:r>
            <a:r>
              <a:rPr lang="de-DE" sz="2000" b="0" i="0" dirty="0">
                <a:solidFill>
                  <a:srgbClr val="000000"/>
                </a:solidFill>
                <a:effectLst/>
              </a:rPr>
              <a:t>. </a:t>
            </a:r>
            <a:r>
              <a:rPr lang="de-DE" sz="2000" b="0" i="0" dirty="0" err="1">
                <a:solidFill>
                  <a:srgbClr val="000000"/>
                </a:solidFill>
                <a:effectLst/>
              </a:rPr>
              <a:t>Phasellus</a:t>
            </a:r>
            <a:r>
              <a:rPr lang="de-DE" sz="2000" b="0" i="0" dirty="0">
                <a:solidFill>
                  <a:srgbClr val="000000"/>
                </a:solidFill>
                <a:effectLst/>
              </a:rPr>
              <a:t> </a:t>
            </a:r>
            <a:r>
              <a:rPr lang="de-DE" sz="2000" b="0" i="0" dirty="0" err="1">
                <a:solidFill>
                  <a:srgbClr val="000000"/>
                </a:solidFill>
                <a:effectLst/>
              </a:rPr>
              <a:t>vestibulum</a:t>
            </a:r>
            <a:r>
              <a:rPr lang="de-DE" sz="2000" b="0" i="0" dirty="0">
                <a:solidFill>
                  <a:srgbClr val="000000"/>
                </a:solidFill>
                <a:effectLst/>
              </a:rPr>
              <a:t> </a:t>
            </a:r>
            <a:r>
              <a:rPr lang="de-DE" sz="2000" b="0" i="0" dirty="0" err="1">
                <a:solidFill>
                  <a:srgbClr val="000000"/>
                </a:solidFill>
                <a:effectLst/>
              </a:rPr>
              <a:t>condimentum</a:t>
            </a:r>
            <a:r>
              <a:rPr lang="de-DE" sz="2000" b="0" i="0" dirty="0">
                <a:solidFill>
                  <a:srgbClr val="000000"/>
                </a:solidFill>
                <a:effectLst/>
              </a:rPr>
              <a:t> </a:t>
            </a:r>
            <a:r>
              <a:rPr lang="de-DE" sz="2000" b="0" i="0" dirty="0" err="1">
                <a:solidFill>
                  <a:srgbClr val="000000"/>
                </a:solidFill>
                <a:effectLst/>
              </a:rPr>
              <a:t>nibh</a:t>
            </a:r>
            <a:r>
              <a:rPr lang="de-DE" sz="2000" b="0" i="0" dirty="0">
                <a:solidFill>
                  <a:srgbClr val="000000"/>
                </a:solidFill>
                <a:effectLst/>
              </a:rPr>
              <a:t>, </a:t>
            </a:r>
            <a:r>
              <a:rPr lang="de-DE" sz="2000" b="0" i="0" dirty="0" err="1">
                <a:solidFill>
                  <a:srgbClr val="000000"/>
                </a:solidFill>
                <a:effectLst/>
              </a:rPr>
              <a:t>vitae</a:t>
            </a:r>
            <a:r>
              <a:rPr lang="de-DE" sz="2000" b="0" i="0" dirty="0">
                <a:solidFill>
                  <a:srgbClr val="000000"/>
                </a:solidFill>
                <a:effectLst/>
              </a:rPr>
              <a:t> </a:t>
            </a:r>
            <a:r>
              <a:rPr lang="de-DE" sz="2000" b="0" i="0" dirty="0" err="1">
                <a:solidFill>
                  <a:srgbClr val="000000"/>
                </a:solidFill>
                <a:effectLst/>
              </a:rPr>
              <a:t>iaculis</a:t>
            </a:r>
            <a:r>
              <a:rPr lang="de-DE" sz="2000" b="0" i="0" dirty="0">
                <a:solidFill>
                  <a:srgbClr val="000000"/>
                </a:solidFill>
                <a:effectLst/>
              </a:rPr>
              <a:t> mi </a:t>
            </a:r>
            <a:r>
              <a:rPr lang="de-DE" sz="2000" b="0" i="0" dirty="0" err="1">
                <a:solidFill>
                  <a:srgbClr val="000000"/>
                </a:solidFill>
                <a:effectLst/>
              </a:rPr>
              <a:t>tempus</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Nunc</a:t>
            </a:r>
            <a:r>
              <a:rPr lang="de-DE" sz="2000" b="0" i="0" dirty="0">
                <a:solidFill>
                  <a:srgbClr val="000000"/>
                </a:solidFill>
                <a:effectLst/>
              </a:rPr>
              <a:t> maximus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tortor</a:t>
            </a:r>
            <a:r>
              <a:rPr lang="de-DE" sz="2000" b="0" i="0" dirty="0">
                <a:solidFill>
                  <a:srgbClr val="000000"/>
                </a:solidFill>
                <a:effectLst/>
              </a:rPr>
              <a:t> sed </a:t>
            </a:r>
            <a:r>
              <a:rPr lang="de-DE" sz="2000" b="0" i="0" dirty="0" err="1">
                <a:solidFill>
                  <a:srgbClr val="000000"/>
                </a:solidFill>
                <a:effectLst/>
              </a:rPr>
              <a:t>ornare</a:t>
            </a:r>
            <a:r>
              <a:rPr lang="de-DE" sz="2000" b="0" i="0" dirty="0">
                <a:solidFill>
                  <a:srgbClr val="000000"/>
                </a:solidFill>
                <a:effectLst/>
              </a:rPr>
              <a:t>. Morbi </a:t>
            </a:r>
            <a:r>
              <a:rPr lang="de-DE" sz="2000" b="0" i="0" dirty="0" err="1">
                <a:solidFill>
                  <a:srgbClr val="000000"/>
                </a:solidFill>
                <a:effectLst/>
              </a:rPr>
              <a:t>sit</a:t>
            </a:r>
            <a:r>
              <a:rPr lang="de-DE" sz="2000" b="0" i="0" dirty="0">
                <a:solidFill>
                  <a:srgbClr val="000000"/>
                </a:solidFill>
                <a:effectLst/>
              </a:rPr>
              <a:t> </a:t>
            </a:r>
            <a:r>
              <a:rPr lang="de-DE" sz="2000" b="0" i="0" dirty="0" err="1">
                <a:solidFill>
                  <a:srgbClr val="000000"/>
                </a:solidFill>
                <a:effectLst/>
              </a:rPr>
              <a:t>amet</a:t>
            </a:r>
            <a:r>
              <a:rPr lang="de-DE" sz="2000" b="0" i="0" dirty="0">
                <a:solidFill>
                  <a:srgbClr val="000000"/>
                </a:solidFill>
                <a:effectLst/>
              </a:rPr>
              <a:t> </a:t>
            </a:r>
            <a:r>
              <a:rPr lang="de-DE" sz="2000" b="0" i="0" dirty="0" err="1">
                <a:solidFill>
                  <a:srgbClr val="000000"/>
                </a:solidFill>
                <a:effectLst/>
              </a:rPr>
              <a:t>molestie</a:t>
            </a:r>
            <a:r>
              <a:rPr lang="de-DE" sz="2000" b="0" i="0" dirty="0">
                <a:solidFill>
                  <a:srgbClr val="000000"/>
                </a:solidFill>
                <a:effectLst/>
              </a:rPr>
              <a:t> </a:t>
            </a:r>
            <a:r>
              <a:rPr lang="de-DE" sz="2000" b="0" i="0" dirty="0" err="1">
                <a:solidFill>
                  <a:srgbClr val="000000"/>
                </a:solidFill>
                <a:effectLst/>
              </a:rPr>
              <a:t>turpis</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malesuada</a:t>
            </a:r>
            <a:r>
              <a:rPr lang="de-DE" sz="2000" b="0" i="0" dirty="0">
                <a:solidFill>
                  <a:srgbClr val="000000"/>
                </a:solidFill>
                <a:effectLst/>
              </a:rPr>
              <a:t> nulla. </a:t>
            </a:r>
            <a:r>
              <a:rPr lang="de-DE" sz="2000" b="0" i="0" dirty="0" err="1">
                <a:solidFill>
                  <a:srgbClr val="000000"/>
                </a:solidFill>
                <a:effectLst/>
              </a:rPr>
              <a:t>Phasellus</a:t>
            </a:r>
            <a:r>
              <a:rPr lang="de-DE" sz="2000" b="0" i="0" dirty="0">
                <a:solidFill>
                  <a:srgbClr val="000000"/>
                </a:solidFill>
                <a:effectLst/>
              </a:rPr>
              <a:t> </a:t>
            </a:r>
            <a:r>
              <a:rPr lang="de-DE" sz="2000" b="0" i="0" dirty="0" err="1">
                <a:solidFill>
                  <a:srgbClr val="000000"/>
                </a:solidFill>
                <a:effectLst/>
              </a:rPr>
              <a:t>volutpat</a:t>
            </a:r>
            <a:r>
              <a:rPr lang="de-DE" sz="2000" b="0" i="0" dirty="0">
                <a:solidFill>
                  <a:srgbClr val="000000"/>
                </a:solidFill>
                <a:effectLst/>
              </a:rPr>
              <a:t> </a:t>
            </a:r>
            <a:r>
              <a:rPr lang="de-DE" sz="2000" b="0" i="0" dirty="0" err="1">
                <a:solidFill>
                  <a:srgbClr val="000000"/>
                </a:solidFill>
                <a:effectLst/>
              </a:rPr>
              <a:t>metus</a:t>
            </a:r>
            <a:r>
              <a:rPr lang="de-DE" sz="2000" b="0" i="0" dirty="0">
                <a:solidFill>
                  <a:srgbClr val="000000"/>
                </a:solidFill>
                <a:effectLst/>
              </a:rPr>
              <a:t> </a:t>
            </a:r>
            <a:r>
              <a:rPr lang="de-DE" sz="2000" b="0" i="0" dirty="0" err="1">
                <a:solidFill>
                  <a:srgbClr val="000000"/>
                </a:solidFill>
                <a:effectLst/>
              </a:rPr>
              <a:t>condimentum</a:t>
            </a:r>
            <a:r>
              <a:rPr lang="de-DE" sz="2000" b="0" i="0" dirty="0">
                <a:solidFill>
                  <a:srgbClr val="000000"/>
                </a:solidFill>
                <a:effectLst/>
              </a:rPr>
              <a:t>, </a:t>
            </a:r>
            <a:r>
              <a:rPr lang="de-DE" sz="2000" b="0" i="0" dirty="0" err="1">
                <a:solidFill>
                  <a:srgbClr val="000000"/>
                </a:solidFill>
                <a:effectLst/>
              </a:rPr>
              <a:t>egestas</a:t>
            </a:r>
            <a:r>
              <a:rPr lang="de-DE" sz="2000" b="0" i="0" dirty="0">
                <a:solidFill>
                  <a:srgbClr val="000000"/>
                </a:solidFill>
                <a:effectLst/>
              </a:rPr>
              <a:t> </a:t>
            </a:r>
            <a:r>
              <a:rPr lang="de-DE" sz="2000" b="0" i="0" dirty="0" err="1">
                <a:solidFill>
                  <a:srgbClr val="000000"/>
                </a:solidFill>
                <a:effectLst/>
              </a:rPr>
              <a:t>lectus</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felis</a:t>
            </a:r>
            <a:r>
              <a:rPr lang="de-DE" sz="2000" b="0" i="0" dirty="0">
                <a:solidFill>
                  <a:srgbClr val="000000"/>
                </a:solidFill>
                <a:effectLst/>
              </a:rPr>
              <a:t>. Mauris sed </a:t>
            </a:r>
            <a:r>
              <a:rPr lang="de-DE" sz="2000" b="0" i="0" dirty="0" err="1">
                <a:solidFill>
                  <a:srgbClr val="000000"/>
                </a:solidFill>
                <a:effectLst/>
              </a:rPr>
              <a:t>diam</a:t>
            </a:r>
            <a:r>
              <a:rPr lang="de-DE" sz="2000" b="0" i="0" dirty="0">
                <a:solidFill>
                  <a:srgbClr val="000000"/>
                </a:solidFill>
                <a:effectLst/>
              </a:rPr>
              <a:t> sed </a:t>
            </a:r>
            <a:r>
              <a:rPr lang="de-DE" sz="2000" b="0" i="0" dirty="0" err="1">
                <a:solidFill>
                  <a:srgbClr val="000000"/>
                </a:solidFill>
                <a:effectLst/>
              </a:rPr>
              <a:t>enim</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varius</a:t>
            </a:r>
            <a:r>
              <a:rPr lang="de-DE" sz="2000" b="0" i="0" dirty="0">
                <a:solidFill>
                  <a:srgbClr val="000000"/>
                </a:solidFill>
                <a:effectLst/>
              </a:rPr>
              <a:t>. </a:t>
            </a:r>
            <a:r>
              <a:rPr lang="de-DE" sz="2000" b="0" i="0" dirty="0" err="1">
                <a:solidFill>
                  <a:srgbClr val="000000"/>
                </a:solidFill>
                <a:effectLst/>
              </a:rPr>
              <a:t>Quisque</a:t>
            </a:r>
            <a:r>
              <a:rPr lang="de-DE" sz="2000" b="0" i="0" dirty="0">
                <a:solidFill>
                  <a:srgbClr val="000000"/>
                </a:solidFill>
                <a:effectLst/>
              </a:rPr>
              <a:t> </a:t>
            </a:r>
            <a:r>
              <a:rPr lang="de-DE" sz="2000" b="0" i="0" dirty="0" err="1">
                <a:solidFill>
                  <a:srgbClr val="000000"/>
                </a:solidFill>
                <a:effectLst/>
              </a:rPr>
              <a:t>eleifend</a:t>
            </a:r>
            <a:r>
              <a:rPr lang="de-DE" sz="2000" b="0" i="0" dirty="0">
                <a:solidFill>
                  <a:srgbClr val="000000"/>
                </a:solidFill>
                <a:effectLst/>
              </a:rPr>
              <a:t>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fermentum</a:t>
            </a:r>
            <a:r>
              <a:rPr lang="de-DE" sz="2000" b="0" i="0" dirty="0">
                <a:solidFill>
                  <a:srgbClr val="000000"/>
                </a:solidFill>
                <a:effectLst/>
              </a:rPr>
              <a:t>.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pulvinar</a:t>
            </a:r>
            <a:r>
              <a:rPr lang="de-DE" sz="2000" b="0" i="0" dirty="0">
                <a:solidFill>
                  <a:srgbClr val="000000"/>
                </a:solidFill>
                <a:effectLst/>
              </a:rPr>
              <a:t> </a:t>
            </a:r>
            <a:r>
              <a:rPr lang="de-DE" sz="2000" b="0" i="0" dirty="0" err="1">
                <a:solidFill>
                  <a:srgbClr val="000000"/>
                </a:solidFill>
                <a:effectLst/>
              </a:rPr>
              <a:t>tellus</a:t>
            </a:r>
            <a:r>
              <a:rPr lang="de-DE" sz="2000" b="0" i="0" dirty="0">
                <a:solidFill>
                  <a:srgbClr val="000000"/>
                </a:solidFill>
                <a:effectLst/>
              </a:rPr>
              <a:t> </a:t>
            </a:r>
            <a:r>
              <a:rPr lang="de-DE" sz="2000" b="0" i="0" dirty="0" err="1">
                <a:solidFill>
                  <a:srgbClr val="000000"/>
                </a:solidFill>
                <a:effectLst/>
              </a:rPr>
              <a:t>nec</a:t>
            </a:r>
            <a:r>
              <a:rPr lang="de-DE" sz="2000" b="0" i="0" dirty="0">
                <a:solidFill>
                  <a:srgbClr val="000000"/>
                </a:solidFill>
                <a:effectLst/>
              </a:rPr>
              <a:t> </a:t>
            </a:r>
            <a:r>
              <a:rPr lang="de-DE" sz="2000" b="0" i="0" dirty="0" err="1">
                <a:solidFill>
                  <a:srgbClr val="000000"/>
                </a:solidFill>
                <a:effectLst/>
              </a:rPr>
              <a:t>eros</a:t>
            </a:r>
            <a:r>
              <a:rPr lang="de-DE" sz="2000" b="0" i="0" dirty="0">
                <a:solidFill>
                  <a:srgbClr val="000000"/>
                </a:solidFill>
                <a:effectLst/>
              </a:rPr>
              <a:t> </a:t>
            </a:r>
            <a:r>
              <a:rPr lang="de-DE" sz="2000" b="0" i="0" dirty="0" err="1">
                <a:solidFill>
                  <a:srgbClr val="000000"/>
                </a:solidFill>
                <a:effectLst/>
              </a:rPr>
              <a:t>blandit</a:t>
            </a:r>
            <a:r>
              <a:rPr lang="de-DE" sz="2000" b="0" i="0" dirty="0">
                <a:solidFill>
                  <a:srgbClr val="000000"/>
                </a:solidFill>
                <a:effectLst/>
              </a:rPr>
              <a:t> </a:t>
            </a:r>
            <a:r>
              <a:rPr lang="de-DE" sz="2000" b="0" i="0" dirty="0" err="1">
                <a:solidFill>
                  <a:srgbClr val="000000"/>
                </a:solidFill>
                <a:effectLst/>
              </a:rPr>
              <a:t>dapibus</a:t>
            </a:r>
            <a:r>
              <a:rPr lang="de-DE" sz="2000" b="0" i="0" dirty="0">
                <a:solidFill>
                  <a:srgbClr val="000000"/>
                </a:solidFill>
                <a:effectLst/>
              </a:rPr>
              <a:t>. </a:t>
            </a:r>
            <a:r>
              <a:rPr lang="de-DE" sz="2000" b="0" i="0" dirty="0" err="1">
                <a:solidFill>
                  <a:srgbClr val="000000"/>
                </a:solidFill>
                <a:effectLst/>
              </a:rPr>
              <a:t>Phasellus</a:t>
            </a:r>
            <a:r>
              <a:rPr lang="de-DE" sz="2000" b="0" i="0" dirty="0">
                <a:solidFill>
                  <a:srgbClr val="000000"/>
                </a:solidFill>
                <a:effectLst/>
              </a:rPr>
              <a:t> a </a:t>
            </a:r>
            <a:r>
              <a:rPr lang="de-DE" sz="2000" b="0" i="0" dirty="0" err="1">
                <a:solidFill>
                  <a:srgbClr val="000000"/>
                </a:solidFill>
                <a:effectLst/>
              </a:rPr>
              <a:t>diam</a:t>
            </a:r>
            <a:r>
              <a:rPr lang="de-DE" sz="2000" b="0" i="0" dirty="0">
                <a:solidFill>
                  <a:srgbClr val="000000"/>
                </a:solidFill>
                <a:effectLst/>
              </a:rPr>
              <a:t> in </a:t>
            </a:r>
            <a:r>
              <a:rPr lang="de-DE" sz="2000" b="0" i="0" dirty="0" err="1">
                <a:solidFill>
                  <a:srgbClr val="000000"/>
                </a:solidFill>
                <a:effectLst/>
              </a:rPr>
              <a:t>nunc</a:t>
            </a:r>
            <a:r>
              <a:rPr lang="de-DE" sz="2000" b="0" i="0" dirty="0">
                <a:solidFill>
                  <a:srgbClr val="000000"/>
                </a:solidFill>
                <a:effectLst/>
              </a:rPr>
              <a:t> </a:t>
            </a:r>
            <a:r>
              <a:rPr lang="de-DE" sz="2000" b="0" i="0" dirty="0" err="1">
                <a:solidFill>
                  <a:srgbClr val="000000"/>
                </a:solidFill>
                <a:effectLst/>
              </a:rPr>
              <a:t>venenatis</a:t>
            </a:r>
            <a:r>
              <a:rPr lang="de-DE" sz="2000" b="0" i="0" dirty="0">
                <a:solidFill>
                  <a:srgbClr val="000000"/>
                </a:solidFill>
                <a:effectLst/>
              </a:rPr>
              <a:t> maximus. </a:t>
            </a:r>
            <a:r>
              <a:rPr lang="de-DE" sz="2000" b="0" i="0" dirty="0" err="1">
                <a:solidFill>
                  <a:srgbClr val="000000"/>
                </a:solidFill>
                <a:effectLst/>
              </a:rPr>
              <a:t>Praesent</a:t>
            </a:r>
            <a:r>
              <a:rPr lang="de-DE" sz="2000" b="0" i="0" dirty="0">
                <a:solidFill>
                  <a:srgbClr val="000000"/>
                </a:solidFill>
                <a:effectLst/>
              </a:rPr>
              <a:t> non </a:t>
            </a:r>
            <a:r>
              <a:rPr lang="de-DE" sz="2000" b="0" i="0" dirty="0" err="1">
                <a:solidFill>
                  <a:srgbClr val="000000"/>
                </a:solidFill>
                <a:effectLst/>
              </a:rPr>
              <a:t>lorem</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ligula</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a:t>
            </a:r>
            <a:r>
              <a:rPr lang="de-DE" sz="2000" b="0" i="0" dirty="0" err="1">
                <a:solidFill>
                  <a:srgbClr val="000000"/>
                </a:solidFill>
                <a:effectLst/>
              </a:rPr>
              <a:t>consectetur</a:t>
            </a:r>
            <a:r>
              <a:rPr lang="de-DE" sz="2000" b="0" i="0" dirty="0">
                <a:solidFill>
                  <a:srgbClr val="000000"/>
                </a:solidFill>
                <a:effectLst/>
              </a:rPr>
              <a:t>. Nam commodo </a:t>
            </a:r>
            <a:r>
              <a:rPr lang="de-DE" sz="2000" b="0" i="0" dirty="0" err="1">
                <a:solidFill>
                  <a:srgbClr val="000000"/>
                </a:solidFill>
                <a:effectLst/>
              </a:rPr>
              <a:t>dolor</a:t>
            </a:r>
            <a:r>
              <a:rPr lang="de-DE" sz="2000" b="0" i="0" dirty="0">
                <a:solidFill>
                  <a:srgbClr val="000000"/>
                </a:solidFill>
                <a:effectLst/>
              </a:rPr>
              <a:t> </a:t>
            </a:r>
            <a:r>
              <a:rPr lang="de-DE" sz="2000" b="0" i="0" dirty="0" err="1">
                <a:solidFill>
                  <a:srgbClr val="000000"/>
                </a:solidFill>
                <a:effectLst/>
              </a:rPr>
              <a:t>ipsum</a:t>
            </a:r>
            <a:r>
              <a:rPr lang="de-DE" sz="2000" b="0" i="0" dirty="0">
                <a:solidFill>
                  <a:srgbClr val="000000"/>
                </a:solidFill>
                <a:effectLst/>
              </a:rPr>
              <a:t>, sed </a:t>
            </a:r>
            <a:r>
              <a:rPr lang="de-DE" sz="2000" b="0" i="0" dirty="0" err="1">
                <a:solidFill>
                  <a:srgbClr val="000000"/>
                </a:solidFill>
                <a:effectLst/>
              </a:rPr>
              <a:t>egestas</a:t>
            </a:r>
            <a:r>
              <a:rPr lang="de-DE" sz="2000" b="0" i="0" dirty="0">
                <a:solidFill>
                  <a:srgbClr val="000000"/>
                </a:solidFill>
                <a:effectLst/>
              </a:rPr>
              <a:t> nisi </a:t>
            </a:r>
            <a:r>
              <a:rPr lang="de-DE" sz="2000" b="0" i="0" dirty="0" err="1">
                <a:solidFill>
                  <a:srgbClr val="000000"/>
                </a:solidFill>
                <a:effectLst/>
              </a:rPr>
              <a:t>hendrerit</a:t>
            </a:r>
            <a:r>
              <a:rPr lang="de-DE" sz="2000" b="0" i="0" dirty="0">
                <a:solidFill>
                  <a:srgbClr val="000000"/>
                </a:solidFill>
                <a:effectLst/>
              </a:rPr>
              <a:t> </a:t>
            </a:r>
            <a:r>
              <a:rPr lang="de-DE" sz="2000" b="0" i="0" dirty="0" err="1">
                <a:solidFill>
                  <a:srgbClr val="000000"/>
                </a:solidFill>
                <a:effectLst/>
              </a:rPr>
              <a:t>ut</a:t>
            </a:r>
            <a:r>
              <a:rPr lang="de-DE" sz="2000" b="0" i="0" dirty="0">
                <a:solidFill>
                  <a:srgbClr val="000000"/>
                </a:solidFill>
                <a:effectLst/>
              </a:rPr>
              <a:t>.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tincidunt</a:t>
            </a:r>
            <a:r>
              <a:rPr lang="de-DE" sz="2000" b="0" i="0" dirty="0">
                <a:solidFill>
                  <a:srgbClr val="000000"/>
                </a:solidFill>
                <a:effectLst/>
              </a:rPr>
              <a:t> </a:t>
            </a:r>
            <a:r>
              <a:rPr lang="de-DE" sz="2000" b="0" i="0" dirty="0" err="1">
                <a:solidFill>
                  <a:srgbClr val="000000"/>
                </a:solidFill>
                <a:effectLst/>
              </a:rPr>
              <a:t>urna</a:t>
            </a:r>
            <a:r>
              <a:rPr lang="de-DE" sz="2000" b="0" i="0" dirty="0">
                <a:solidFill>
                  <a:srgbClr val="000000"/>
                </a:solidFill>
                <a:effectLst/>
              </a:rPr>
              <a:t>. Nam </a:t>
            </a:r>
            <a:r>
              <a:rPr lang="de-DE" sz="2000" b="0" i="0" dirty="0" err="1">
                <a:solidFill>
                  <a:srgbClr val="000000"/>
                </a:solidFill>
                <a:effectLst/>
              </a:rPr>
              <a:t>mollis</a:t>
            </a:r>
            <a:r>
              <a:rPr lang="de-DE" sz="2000" b="0" i="0" dirty="0">
                <a:solidFill>
                  <a:srgbClr val="000000"/>
                </a:solidFill>
                <a:effectLst/>
              </a:rPr>
              <a:t> </a:t>
            </a:r>
            <a:r>
              <a:rPr lang="de-DE" sz="2000" b="0" i="0" dirty="0" err="1">
                <a:solidFill>
                  <a:srgbClr val="000000"/>
                </a:solidFill>
                <a:effectLst/>
              </a:rPr>
              <a:t>ornare</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a:t>
            </a:r>
            <a:r>
              <a:rPr lang="de-DE" sz="2000" b="0" i="0" dirty="0" err="1">
                <a:solidFill>
                  <a:srgbClr val="000000"/>
                </a:solidFill>
                <a:effectLst/>
              </a:rPr>
              <a:t>vel</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Quisque</a:t>
            </a:r>
            <a:r>
              <a:rPr lang="de-DE" sz="2000" b="0" i="0" dirty="0">
                <a:solidFill>
                  <a:srgbClr val="000000"/>
                </a:solidFill>
                <a:effectLst/>
              </a:rPr>
              <a:t> </a:t>
            </a:r>
            <a:r>
              <a:rPr lang="de-DE" sz="2000" b="0" i="0" dirty="0" err="1">
                <a:solidFill>
                  <a:srgbClr val="000000"/>
                </a:solidFill>
                <a:effectLst/>
              </a:rPr>
              <a:t>auctor</a:t>
            </a:r>
            <a:r>
              <a:rPr lang="de-DE" sz="2000" b="0" i="0" dirty="0">
                <a:solidFill>
                  <a:srgbClr val="000000"/>
                </a:solidFill>
                <a:effectLst/>
              </a:rPr>
              <a:t> </a:t>
            </a:r>
            <a:r>
              <a:rPr lang="de-DE" sz="2000" b="0" i="0" dirty="0" err="1">
                <a:solidFill>
                  <a:srgbClr val="000000"/>
                </a:solidFill>
                <a:effectLst/>
              </a:rPr>
              <a:t>dui</a:t>
            </a:r>
            <a:r>
              <a:rPr lang="de-DE" sz="2000" b="0" i="0" dirty="0">
                <a:solidFill>
                  <a:srgbClr val="000000"/>
                </a:solidFill>
                <a:effectLst/>
              </a:rPr>
              <a:t> a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sagittis</a:t>
            </a:r>
            <a:r>
              <a:rPr lang="de-DE" sz="2000" b="0" i="0" dirty="0">
                <a:solidFill>
                  <a:srgbClr val="000000"/>
                </a:solidFill>
                <a:effectLst/>
              </a:rPr>
              <a:t>. </a:t>
            </a:r>
            <a:r>
              <a:rPr lang="de-DE" sz="2000" b="0" i="0" dirty="0" err="1">
                <a:solidFill>
                  <a:srgbClr val="000000"/>
                </a:solidFill>
                <a:effectLst/>
              </a:rPr>
              <a:t>Nullam</a:t>
            </a:r>
            <a:r>
              <a:rPr lang="de-DE" sz="2000" b="0" i="0" dirty="0">
                <a:solidFill>
                  <a:srgbClr val="000000"/>
                </a:solidFill>
                <a:effectLst/>
              </a:rPr>
              <a:t> non </a:t>
            </a:r>
            <a:r>
              <a:rPr lang="de-DE" sz="2000" b="0" i="0" dirty="0" err="1">
                <a:solidFill>
                  <a:srgbClr val="000000"/>
                </a:solidFill>
                <a:effectLst/>
              </a:rPr>
              <a:t>turpis</a:t>
            </a:r>
            <a:r>
              <a:rPr lang="de-DE" sz="2000" b="0" i="0" dirty="0">
                <a:solidFill>
                  <a:srgbClr val="000000"/>
                </a:solidFill>
                <a:effectLst/>
              </a:rPr>
              <a:t> </a:t>
            </a:r>
            <a:r>
              <a:rPr lang="de-DE" sz="2000" b="0" i="0" dirty="0" err="1">
                <a:solidFill>
                  <a:srgbClr val="000000"/>
                </a:solidFill>
                <a:effectLst/>
              </a:rPr>
              <a:t>ultrices</a:t>
            </a:r>
            <a:r>
              <a:rPr lang="de-DE" sz="2000" b="0" i="0" dirty="0">
                <a:solidFill>
                  <a:srgbClr val="000000"/>
                </a:solidFill>
                <a:effectLst/>
              </a:rPr>
              <a:t>, </a:t>
            </a:r>
            <a:r>
              <a:rPr lang="de-DE" sz="2000" b="0" i="0" dirty="0" err="1">
                <a:solidFill>
                  <a:srgbClr val="000000"/>
                </a:solidFill>
                <a:effectLst/>
              </a:rPr>
              <a:t>suscipit</a:t>
            </a:r>
            <a:r>
              <a:rPr lang="de-DE" sz="2000" b="0" i="0" dirty="0">
                <a:solidFill>
                  <a:srgbClr val="000000"/>
                </a:solidFill>
                <a:effectLst/>
              </a:rPr>
              <a:t> </a:t>
            </a:r>
            <a:r>
              <a:rPr lang="de-DE" sz="2000" b="0" i="0" dirty="0" err="1">
                <a:solidFill>
                  <a:srgbClr val="000000"/>
                </a:solidFill>
                <a:effectLst/>
              </a:rPr>
              <a:t>est</a:t>
            </a:r>
            <a:r>
              <a:rPr lang="de-DE" sz="2000" b="0" i="0" dirty="0">
                <a:solidFill>
                  <a:srgbClr val="000000"/>
                </a:solidFill>
                <a:effectLst/>
              </a:rPr>
              <a:t> </a:t>
            </a:r>
            <a:r>
              <a:rPr lang="de-DE" sz="2000" b="0" i="0" dirty="0" err="1">
                <a:solidFill>
                  <a:srgbClr val="000000"/>
                </a:solidFill>
                <a:effectLst/>
              </a:rPr>
              <a:t>ultricies</a:t>
            </a:r>
            <a:r>
              <a:rPr lang="de-DE" sz="2000" b="0" i="0" dirty="0">
                <a:solidFill>
                  <a:srgbClr val="000000"/>
                </a:solidFill>
                <a:effectLst/>
              </a:rPr>
              <a:t>, </a:t>
            </a:r>
            <a:r>
              <a:rPr lang="de-DE" sz="2000" b="0" i="0" dirty="0" err="1">
                <a:solidFill>
                  <a:srgbClr val="000000"/>
                </a:solidFill>
                <a:effectLst/>
              </a:rPr>
              <a:t>viverra</a:t>
            </a:r>
            <a:r>
              <a:rPr lang="de-DE" sz="2000" b="0" i="0" dirty="0">
                <a:solidFill>
                  <a:srgbClr val="000000"/>
                </a:solidFill>
                <a:effectLst/>
              </a:rPr>
              <a:t> </a:t>
            </a:r>
            <a:r>
              <a:rPr lang="de-DE" sz="2000" b="0" i="0" dirty="0" err="1">
                <a:solidFill>
                  <a:srgbClr val="000000"/>
                </a:solidFill>
                <a:effectLst/>
              </a:rPr>
              <a:t>orci</a:t>
            </a:r>
            <a:r>
              <a:rPr lang="de-DE" sz="2000" b="0" i="0" dirty="0">
                <a:solidFill>
                  <a:srgbClr val="000000"/>
                </a:solidFill>
                <a:effectLst/>
              </a:rPr>
              <a:t>. Vestibulum </a:t>
            </a:r>
            <a:r>
              <a:rPr lang="de-DE" sz="2000" b="0" i="0" dirty="0" err="1">
                <a:solidFill>
                  <a:srgbClr val="000000"/>
                </a:solidFill>
                <a:effectLst/>
              </a:rPr>
              <a:t>aliquam</a:t>
            </a:r>
            <a:r>
              <a:rPr lang="de-DE" sz="2000" b="0" i="0" dirty="0">
                <a:solidFill>
                  <a:srgbClr val="000000"/>
                </a:solidFill>
                <a:effectLst/>
              </a:rPr>
              <a:t>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tempus</a:t>
            </a:r>
            <a:r>
              <a:rPr lang="de-DE" sz="2000" b="0" i="0" dirty="0">
                <a:solidFill>
                  <a:srgbClr val="000000"/>
                </a:solidFill>
                <a:effectLst/>
              </a:rPr>
              <a:t>.</a:t>
            </a:r>
            <a:endParaRPr lang="de-DE" sz="2000" dirty="0"/>
          </a:p>
        </p:txBody>
      </p:sp>
      <p:sp>
        <p:nvSpPr>
          <p:cNvPr id="19" name="Text Placeholder 2">
            <a:extLst>
              <a:ext uri="{FF2B5EF4-FFF2-40B4-BE49-F238E27FC236}">
                <a16:creationId xmlns:a16="http://schemas.microsoft.com/office/drawing/2014/main" id="{8E5949E4-FADA-22D2-E3EF-3F50231EFAC0}"/>
              </a:ext>
            </a:extLst>
          </p:cNvPr>
          <p:cNvSpPr txBox="1">
            <a:spLocks/>
          </p:cNvSpPr>
          <p:nvPr/>
        </p:nvSpPr>
        <p:spPr>
          <a:xfrm>
            <a:off x="1330325" y="1816126"/>
            <a:ext cx="18720000" cy="2340000"/>
          </a:xfrm>
          <a:prstGeom prst="rect">
            <a:avLst/>
          </a:prstGeom>
          <a:noFill/>
        </p:spPr>
        <p:txBody>
          <a:bodyPr vert="horz" lIns="91440" tIns="45720" rIns="9144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r>
              <a:rPr lang="de-DE" sz="4800" dirty="0"/>
              <a:t>Titel des akademischen Posters </a:t>
            </a:r>
          </a:p>
        </p:txBody>
      </p:sp>
      <p:sp>
        <p:nvSpPr>
          <p:cNvPr id="23" name="Text Placeholder 2">
            <a:extLst>
              <a:ext uri="{FF2B5EF4-FFF2-40B4-BE49-F238E27FC236}">
                <a16:creationId xmlns:a16="http://schemas.microsoft.com/office/drawing/2014/main" id="{D8778AD4-2F55-93C7-A577-B641EBBD3DD9}"/>
              </a:ext>
            </a:extLst>
          </p:cNvPr>
          <p:cNvSpPr txBox="1">
            <a:spLocks/>
          </p:cNvSpPr>
          <p:nvPr/>
        </p:nvSpPr>
        <p:spPr>
          <a:xfrm>
            <a:off x="1330323" y="4375673"/>
            <a:ext cx="18720000" cy="752821"/>
          </a:xfrm>
          <a:prstGeom prst="rect">
            <a:avLst/>
          </a:prstGeom>
          <a:noFill/>
        </p:spPr>
        <p:txBody>
          <a:bodyPr vert="horz" lIns="91440" tIns="0" rIns="91440" bIns="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r>
              <a:rPr lang="de-DE" sz="3200" dirty="0">
                <a:latin typeface="Arial" pitchFamily="34" charset="0"/>
              </a:rPr>
              <a:t>#</a:t>
            </a:r>
            <a:r>
              <a:rPr lang="de-DE" sz="3200" dirty="0" err="1">
                <a:latin typeface="Arial" pitchFamily="34" charset="0"/>
              </a:rPr>
              <a:t>MatNr</a:t>
            </a:r>
            <a:r>
              <a:rPr lang="de-DE" sz="3200" dirty="0">
                <a:latin typeface="Arial" pitchFamily="34" charset="0"/>
              </a:rPr>
              <a:t>#</a:t>
            </a:r>
            <a:endParaRPr lang="de-DE" sz="3200" i="1" noProof="1"/>
          </a:p>
        </p:txBody>
      </p:sp>
      <p:sp>
        <p:nvSpPr>
          <p:cNvPr id="27" name="Text Placeholder 2">
            <a:extLst>
              <a:ext uri="{FF2B5EF4-FFF2-40B4-BE49-F238E27FC236}">
                <a16:creationId xmlns:a16="http://schemas.microsoft.com/office/drawing/2014/main" id="{A2A7F9F0-0BA1-0F4E-9BFD-0AF355A8A670}"/>
              </a:ext>
            </a:extLst>
          </p:cNvPr>
          <p:cNvSpPr txBox="1">
            <a:spLocks noChangeAspect="1"/>
          </p:cNvSpPr>
          <p:nvPr/>
        </p:nvSpPr>
        <p:spPr>
          <a:xfrm>
            <a:off x="1330325" y="13590323"/>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Datengrundlage</a:t>
            </a:r>
          </a:p>
        </p:txBody>
      </p:sp>
      <p:pic>
        <p:nvPicPr>
          <p:cNvPr id="32" name="Grafik 31">
            <a:extLst>
              <a:ext uri="{FF2B5EF4-FFF2-40B4-BE49-F238E27FC236}">
                <a16:creationId xmlns:a16="http://schemas.microsoft.com/office/drawing/2014/main" id="{3D66C31C-2511-B3F3-9373-C1B9E726B103}"/>
              </a:ext>
            </a:extLst>
          </p:cNvPr>
          <p:cNvPicPr>
            <a:picLocks noChangeAspect="1"/>
          </p:cNvPicPr>
          <p:nvPr/>
        </p:nvPicPr>
        <p:blipFill rotWithShape="1">
          <a:blip>
            <a:extLst>
              <a:ext uri="{96DAC541-7B7A-43D3-8B79-37D633B846F1}">
                <asvg:svgBlip xmlns:asvg="http://schemas.microsoft.com/office/drawing/2016/SVG/main" r:embed="rId4"/>
              </a:ext>
            </a:extLst>
          </a:blip>
          <a:srcRect t="5270" r="5877" b="13608"/>
          <a:stretch/>
        </p:blipFill>
        <p:spPr>
          <a:xfrm>
            <a:off x="1824548" y="18253336"/>
            <a:ext cx="4691148" cy="2699440"/>
          </a:xfrm>
          <a:prstGeom prst="rect">
            <a:avLst/>
          </a:prstGeom>
        </p:spPr>
      </p:pic>
      <p:sp>
        <p:nvSpPr>
          <p:cNvPr id="33" name="Textfeld 32">
            <a:extLst>
              <a:ext uri="{FF2B5EF4-FFF2-40B4-BE49-F238E27FC236}">
                <a16:creationId xmlns:a16="http://schemas.microsoft.com/office/drawing/2014/main" id="{72FFA4E1-5D4D-F33B-C8EF-B199862CF40C}"/>
              </a:ext>
            </a:extLst>
          </p:cNvPr>
          <p:cNvSpPr txBox="1"/>
          <p:nvPr/>
        </p:nvSpPr>
        <p:spPr>
          <a:xfrm>
            <a:off x="2256197" y="21412030"/>
            <a:ext cx="4259499" cy="400110"/>
          </a:xfrm>
          <a:prstGeom prst="rect">
            <a:avLst/>
          </a:prstGeom>
          <a:noFill/>
        </p:spPr>
        <p:txBody>
          <a:bodyPr wrap="none" rtlCol="0">
            <a:spAutoFit/>
          </a:bodyPr>
          <a:lstStyle/>
          <a:p>
            <a:r>
              <a:rPr lang="de-DE" sz="2000" i="1" dirty="0">
                <a:latin typeface="Arial" panose="020B0604020202020204" pitchFamily="34" charset="0"/>
                <a:cs typeface="Arial" panose="020B0604020202020204" pitchFamily="34" charset="0"/>
              </a:rPr>
              <a:t>Abb. 1:   Monatliche Fluggastzahlen</a:t>
            </a:r>
          </a:p>
        </p:txBody>
      </p:sp>
      <p:sp>
        <p:nvSpPr>
          <p:cNvPr id="35" name="Text Placeholder 2">
            <a:extLst>
              <a:ext uri="{FF2B5EF4-FFF2-40B4-BE49-F238E27FC236}">
                <a16:creationId xmlns:a16="http://schemas.microsoft.com/office/drawing/2014/main" id="{2D94E5DD-4690-D0DE-3864-5401D1A0D89A}"/>
              </a:ext>
            </a:extLst>
          </p:cNvPr>
          <p:cNvSpPr txBox="1">
            <a:spLocks noChangeAspect="1"/>
          </p:cNvSpPr>
          <p:nvPr/>
        </p:nvSpPr>
        <p:spPr>
          <a:xfrm>
            <a:off x="1330325" y="24358678"/>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Analyse</a:t>
            </a:r>
          </a:p>
        </p:txBody>
      </p:sp>
      <p:sp>
        <p:nvSpPr>
          <p:cNvPr id="36" name="Text Placeholder 2">
            <a:extLst>
              <a:ext uri="{FF2B5EF4-FFF2-40B4-BE49-F238E27FC236}">
                <a16:creationId xmlns:a16="http://schemas.microsoft.com/office/drawing/2014/main" id="{2CE62926-4F39-2C94-9B76-78886DBCA08F}"/>
              </a:ext>
            </a:extLst>
          </p:cNvPr>
          <p:cNvSpPr txBox="1">
            <a:spLocks/>
          </p:cNvSpPr>
          <p:nvPr/>
        </p:nvSpPr>
        <p:spPr>
          <a:xfrm>
            <a:off x="1330325" y="25489035"/>
            <a:ext cx="5760000" cy="297005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aliquet</a:t>
            </a:r>
            <a:r>
              <a:rPr lang="de-DE" sz="2000" b="0" i="0" dirty="0">
                <a:solidFill>
                  <a:srgbClr val="000000"/>
                </a:solidFill>
                <a:effectLst/>
              </a:rPr>
              <a:t> </a:t>
            </a:r>
            <a:r>
              <a:rPr lang="de-DE" sz="2000" b="0" i="0" dirty="0" err="1">
                <a:solidFill>
                  <a:srgbClr val="000000"/>
                </a:solidFill>
                <a:effectLst/>
              </a:rPr>
              <a:t>rutrum</a:t>
            </a:r>
            <a:r>
              <a:rPr lang="de-DE" sz="2000" b="0" i="0" dirty="0">
                <a:solidFill>
                  <a:srgbClr val="000000"/>
                </a:solidFill>
                <a:effectLst/>
              </a:rPr>
              <a:t> quam a </a:t>
            </a:r>
            <a:r>
              <a:rPr lang="de-DE" sz="2000" b="0" i="0" dirty="0" err="1">
                <a:solidFill>
                  <a:srgbClr val="000000"/>
                </a:solidFill>
                <a:effectLst/>
              </a:rPr>
              <a:t>semper</a:t>
            </a:r>
            <a:r>
              <a:rPr lang="de-DE" sz="2000" b="0" i="0" dirty="0">
                <a:solidFill>
                  <a:srgbClr val="000000"/>
                </a:solidFill>
                <a:effectLst/>
              </a:rPr>
              <a:t>. Nulla </a:t>
            </a:r>
            <a:r>
              <a:rPr lang="de-DE" sz="2000" b="0" i="0" dirty="0" err="1">
                <a:solidFill>
                  <a:srgbClr val="000000"/>
                </a:solidFill>
                <a:effectLst/>
              </a:rPr>
              <a:t>molestie</a:t>
            </a:r>
            <a:r>
              <a:rPr lang="de-DE" sz="2000" b="0" i="0" dirty="0">
                <a:solidFill>
                  <a:srgbClr val="000000"/>
                </a:solidFill>
                <a:effectLst/>
              </a:rPr>
              <a:t>, </a:t>
            </a:r>
            <a:r>
              <a:rPr lang="de-DE" sz="2000" b="0" i="0" dirty="0" err="1">
                <a:solidFill>
                  <a:srgbClr val="000000"/>
                </a:solidFill>
                <a:effectLst/>
              </a:rPr>
              <a:t>metus</a:t>
            </a:r>
            <a:r>
              <a:rPr lang="de-DE" sz="2000" b="0" i="0" dirty="0">
                <a:solidFill>
                  <a:srgbClr val="000000"/>
                </a:solidFill>
                <a:effectLst/>
              </a:rPr>
              <a:t> a </a:t>
            </a:r>
            <a:r>
              <a:rPr lang="de-DE" sz="2000" b="0" i="0" dirty="0" err="1">
                <a:solidFill>
                  <a:srgbClr val="000000"/>
                </a:solidFill>
                <a:effectLst/>
              </a:rPr>
              <a:t>ullamcorper</a:t>
            </a:r>
            <a:r>
              <a:rPr lang="de-DE" sz="2000" b="0" i="0" dirty="0">
                <a:solidFill>
                  <a:srgbClr val="000000"/>
                </a:solidFill>
                <a:effectLst/>
              </a:rPr>
              <a:t> </a:t>
            </a:r>
            <a:r>
              <a:rPr lang="de-DE" sz="2000" b="0" i="0" dirty="0" err="1">
                <a:solidFill>
                  <a:srgbClr val="000000"/>
                </a:solidFill>
                <a:effectLst/>
              </a:rPr>
              <a:t>blandit</a:t>
            </a:r>
            <a:r>
              <a:rPr lang="de-DE" sz="2000" b="0" i="0" dirty="0">
                <a:solidFill>
                  <a:srgbClr val="000000"/>
                </a:solidFill>
                <a:effectLst/>
              </a:rPr>
              <a:t>, erat </a:t>
            </a:r>
            <a:r>
              <a:rPr lang="de-DE" sz="2000" b="0" i="0" dirty="0" err="1">
                <a:solidFill>
                  <a:srgbClr val="000000"/>
                </a:solidFill>
                <a:effectLst/>
              </a:rPr>
              <a:t>mauris</a:t>
            </a:r>
            <a:r>
              <a:rPr lang="de-DE" sz="2000" b="0" i="0" dirty="0">
                <a:solidFill>
                  <a:srgbClr val="000000"/>
                </a:solidFill>
                <a:effectLst/>
              </a:rPr>
              <a:t> </a:t>
            </a:r>
            <a:r>
              <a:rPr lang="de-DE" sz="2000" b="0" i="0" dirty="0" err="1">
                <a:solidFill>
                  <a:srgbClr val="000000"/>
                </a:solidFill>
                <a:effectLst/>
              </a:rPr>
              <a:t>euismod</a:t>
            </a:r>
            <a:r>
              <a:rPr lang="de-DE" sz="2000" b="0" i="0" dirty="0">
                <a:solidFill>
                  <a:srgbClr val="000000"/>
                </a:solidFill>
                <a:effectLst/>
              </a:rPr>
              <a:t> </a:t>
            </a:r>
            <a:r>
              <a:rPr lang="de-DE" sz="2000" b="0" i="0" dirty="0" err="1">
                <a:solidFill>
                  <a:srgbClr val="000000"/>
                </a:solidFill>
                <a:effectLst/>
              </a:rPr>
              <a:t>velit</a:t>
            </a:r>
            <a:r>
              <a:rPr lang="de-DE" sz="2000" b="0" i="0" dirty="0">
                <a:solidFill>
                  <a:srgbClr val="000000"/>
                </a:solidFill>
                <a:effectLst/>
              </a:rPr>
              <a:t>, </a:t>
            </a:r>
            <a:r>
              <a:rPr lang="de-DE" sz="2000" b="0" i="0" dirty="0" err="1">
                <a:solidFill>
                  <a:srgbClr val="000000"/>
                </a:solidFill>
                <a:effectLst/>
              </a:rPr>
              <a:t>porttitor</a:t>
            </a:r>
            <a:r>
              <a:rPr lang="de-DE" sz="2000" b="0" i="0" dirty="0">
                <a:solidFill>
                  <a:srgbClr val="000000"/>
                </a:solidFill>
                <a:effectLst/>
              </a:rPr>
              <a:t> </a:t>
            </a:r>
            <a:r>
              <a:rPr lang="de-DE" sz="2000" b="0" i="0" dirty="0" err="1">
                <a:solidFill>
                  <a:srgbClr val="000000"/>
                </a:solidFill>
                <a:effectLst/>
              </a:rPr>
              <a:t>varius</a:t>
            </a:r>
            <a:r>
              <a:rPr lang="de-DE" sz="2000" b="0" i="0" dirty="0">
                <a:solidFill>
                  <a:srgbClr val="000000"/>
                </a:solidFill>
                <a:effectLst/>
              </a:rPr>
              <a:t> </a:t>
            </a:r>
            <a:r>
              <a:rPr lang="de-DE" sz="2000" b="0" i="0" dirty="0" err="1">
                <a:solidFill>
                  <a:srgbClr val="000000"/>
                </a:solidFill>
                <a:effectLst/>
              </a:rPr>
              <a:t>lacus</a:t>
            </a:r>
            <a:r>
              <a:rPr lang="de-DE" sz="2000" b="0" i="0" dirty="0">
                <a:solidFill>
                  <a:srgbClr val="000000"/>
                </a:solidFill>
                <a:effectLst/>
              </a:rPr>
              <a:t> </a:t>
            </a:r>
            <a:r>
              <a:rPr lang="de-DE" sz="2000" b="0" i="0" dirty="0" err="1">
                <a:solidFill>
                  <a:srgbClr val="000000"/>
                </a:solidFill>
                <a:effectLst/>
              </a:rPr>
              <a:t>est</a:t>
            </a:r>
            <a:r>
              <a:rPr lang="de-DE" sz="2000" b="0" i="0" dirty="0">
                <a:solidFill>
                  <a:srgbClr val="000000"/>
                </a:solidFill>
                <a:effectLst/>
              </a:rPr>
              <a:t> </a:t>
            </a:r>
            <a:r>
              <a:rPr lang="de-DE" sz="2000" b="0" i="0" dirty="0" err="1">
                <a:solidFill>
                  <a:srgbClr val="000000"/>
                </a:solidFill>
                <a:effectLst/>
              </a:rPr>
              <a:t>quis</a:t>
            </a:r>
            <a:r>
              <a:rPr lang="de-DE" sz="2000" b="0" i="0" dirty="0">
                <a:solidFill>
                  <a:srgbClr val="000000"/>
                </a:solidFill>
                <a:effectLst/>
              </a:rPr>
              <a:t> </a:t>
            </a:r>
            <a:r>
              <a:rPr lang="de-DE" sz="2000" b="0" i="0" dirty="0" err="1">
                <a:solidFill>
                  <a:srgbClr val="000000"/>
                </a:solidFill>
                <a:effectLst/>
              </a:rPr>
              <a:t>justo</a:t>
            </a:r>
            <a:r>
              <a:rPr lang="de-DE" sz="2000" b="0" i="0" dirty="0">
                <a:solidFill>
                  <a:srgbClr val="000000"/>
                </a:solidFill>
                <a:effectLst/>
              </a:rPr>
              <a:t>. Morbi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eget</a:t>
            </a:r>
            <a:r>
              <a:rPr lang="de-DE" sz="2000" b="0" i="0" dirty="0">
                <a:solidFill>
                  <a:srgbClr val="000000"/>
                </a:solidFill>
                <a:effectLst/>
              </a:rPr>
              <a:t> </a:t>
            </a:r>
            <a:r>
              <a:rPr lang="de-DE" sz="2000" b="0" i="0" dirty="0" err="1">
                <a:solidFill>
                  <a:srgbClr val="000000"/>
                </a:solidFill>
                <a:effectLst/>
              </a:rPr>
              <a:t>diam</a:t>
            </a:r>
            <a:r>
              <a:rPr lang="de-DE" sz="2000" b="0" i="0" dirty="0">
                <a:solidFill>
                  <a:srgbClr val="000000"/>
                </a:solidFill>
                <a:effectLst/>
              </a:rPr>
              <a:t> </a:t>
            </a:r>
            <a:r>
              <a:rPr lang="de-DE" sz="2000" b="0" i="0" dirty="0" err="1">
                <a:solidFill>
                  <a:srgbClr val="000000"/>
                </a:solidFill>
                <a:effectLst/>
              </a:rPr>
              <a:t>mollis</a:t>
            </a:r>
            <a:r>
              <a:rPr lang="de-DE" sz="2000" b="0" i="0" dirty="0">
                <a:solidFill>
                  <a:srgbClr val="000000"/>
                </a:solidFill>
                <a:effectLst/>
              </a:rPr>
              <a:t> </a:t>
            </a:r>
            <a:r>
              <a:rPr lang="de-DE" sz="2000" b="0" i="0" dirty="0" err="1">
                <a:solidFill>
                  <a:srgbClr val="000000"/>
                </a:solidFill>
                <a:effectLst/>
              </a:rPr>
              <a:t>pretium</a:t>
            </a:r>
            <a:r>
              <a:rPr lang="de-DE" sz="2000" b="0" i="0" dirty="0">
                <a:solidFill>
                  <a:srgbClr val="000000"/>
                </a:solidFill>
                <a:effectLst/>
              </a:rPr>
              <a:t>. </a:t>
            </a:r>
            <a:r>
              <a:rPr lang="de-DE" sz="2000" b="0" i="0" dirty="0" err="1">
                <a:solidFill>
                  <a:srgbClr val="000000"/>
                </a:solidFill>
                <a:effectLst/>
              </a:rPr>
              <a:t>Etiam</a:t>
            </a:r>
            <a:r>
              <a:rPr lang="de-DE" sz="2000" b="0" i="0" dirty="0">
                <a:solidFill>
                  <a:srgbClr val="000000"/>
                </a:solidFill>
                <a:effectLst/>
              </a:rPr>
              <a:t> </a:t>
            </a:r>
            <a:r>
              <a:rPr lang="de-DE" sz="2000" b="0" i="0" dirty="0" err="1">
                <a:solidFill>
                  <a:srgbClr val="000000"/>
                </a:solidFill>
                <a:effectLst/>
              </a:rPr>
              <a:t>volutpat</a:t>
            </a:r>
            <a:r>
              <a:rPr lang="de-DE" sz="2000" b="0" i="0" dirty="0">
                <a:solidFill>
                  <a:srgbClr val="000000"/>
                </a:solidFill>
                <a:effectLst/>
              </a:rPr>
              <a:t> </a:t>
            </a:r>
            <a:r>
              <a:rPr lang="de-DE" sz="2000" b="0" i="0" dirty="0" err="1">
                <a:solidFill>
                  <a:srgbClr val="000000"/>
                </a:solidFill>
                <a:effectLst/>
              </a:rPr>
              <a:t>faucibus</a:t>
            </a:r>
            <a:r>
              <a:rPr lang="de-DE" sz="2000" b="0" i="0" dirty="0">
                <a:solidFill>
                  <a:srgbClr val="000000"/>
                </a:solidFill>
                <a:effectLst/>
              </a:rPr>
              <a:t> </a:t>
            </a:r>
            <a:r>
              <a:rPr lang="de-DE" sz="2000" b="0" i="0" dirty="0" err="1">
                <a:solidFill>
                  <a:srgbClr val="000000"/>
                </a:solidFill>
                <a:effectLst/>
              </a:rPr>
              <a:t>augue</a:t>
            </a:r>
            <a:r>
              <a:rPr lang="de-DE" sz="2000" b="0" i="0" dirty="0">
                <a:solidFill>
                  <a:srgbClr val="000000"/>
                </a:solidFill>
                <a:effectLst/>
              </a:rPr>
              <a:t>, a </a:t>
            </a:r>
            <a:r>
              <a:rPr lang="de-DE" sz="2000" b="0" i="0" dirty="0" err="1">
                <a:solidFill>
                  <a:srgbClr val="000000"/>
                </a:solidFill>
                <a:effectLst/>
              </a:rPr>
              <a:t>iaculis</a:t>
            </a:r>
            <a:r>
              <a:rPr lang="de-DE" sz="2000" b="0" i="0" dirty="0">
                <a:solidFill>
                  <a:srgbClr val="000000"/>
                </a:solidFill>
                <a:effectLst/>
              </a:rPr>
              <a:t> nisi </a:t>
            </a:r>
            <a:r>
              <a:rPr lang="de-DE" sz="2000" b="0" i="0" dirty="0" err="1">
                <a:solidFill>
                  <a:srgbClr val="000000"/>
                </a:solidFill>
                <a:effectLst/>
              </a:rPr>
              <a:t>pellentesque</a:t>
            </a:r>
            <a:r>
              <a:rPr lang="de-DE" sz="2000" b="0" i="0" dirty="0">
                <a:solidFill>
                  <a:srgbClr val="000000"/>
                </a:solidFill>
                <a:effectLst/>
              </a:rPr>
              <a:t> sed. </a:t>
            </a:r>
            <a:r>
              <a:rPr lang="de-DE" sz="2000" b="0" i="0" dirty="0" err="1">
                <a:solidFill>
                  <a:srgbClr val="000000"/>
                </a:solidFill>
                <a:effectLst/>
              </a:rPr>
              <a:t>Pellentesque</a:t>
            </a:r>
            <a:r>
              <a:rPr lang="de-DE" sz="2000" b="0" i="0" dirty="0">
                <a:solidFill>
                  <a:srgbClr val="000000"/>
                </a:solidFill>
                <a:effectLst/>
              </a:rPr>
              <a:t> </a:t>
            </a:r>
            <a:r>
              <a:rPr lang="de-DE" sz="2000" b="0" i="0" dirty="0" err="1">
                <a:solidFill>
                  <a:srgbClr val="000000"/>
                </a:solidFill>
                <a:effectLst/>
              </a:rPr>
              <a:t>quis</a:t>
            </a:r>
            <a:r>
              <a:rPr lang="de-DE" sz="2000" b="0" i="0" dirty="0">
                <a:solidFill>
                  <a:srgbClr val="000000"/>
                </a:solidFill>
                <a:effectLst/>
              </a:rPr>
              <a:t> </a:t>
            </a:r>
            <a:r>
              <a:rPr lang="de-DE" sz="2000" b="0" i="0" dirty="0" err="1">
                <a:solidFill>
                  <a:srgbClr val="000000"/>
                </a:solidFill>
                <a:effectLst/>
              </a:rPr>
              <a:t>elementum</a:t>
            </a:r>
            <a:r>
              <a:rPr lang="de-DE" sz="2000" b="0" i="0" dirty="0">
                <a:solidFill>
                  <a:srgbClr val="000000"/>
                </a:solidFill>
                <a:effectLst/>
              </a:rPr>
              <a:t> </a:t>
            </a:r>
            <a:r>
              <a:rPr lang="de-DE" sz="2000" b="0" i="0" dirty="0" err="1">
                <a:solidFill>
                  <a:srgbClr val="000000"/>
                </a:solidFill>
                <a:effectLst/>
              </a:rPr>
              <a:t>sem</a:t>
            </a:r>
            <a:r>
              <a:rPr lang="de-DE" sz="2000" b="0" i="0" dirty="0">
                <a:solidFill>
                  <a:srgbClr val="000000"/>
                </a:solidFill>
                <a:effectLst/>
              </a:rPr>
              <a:t>. </a:t>
            </a:r>
            <a:r>
              <a:rPr lang="de-DE" sz="2000" b="0" i="0" dirty="0" err="1">
                <a:solidFill>
                  <a:srgbClr val="000000"/>
                </a:solidFill>
                <a:effectLst/>
              </a:rPr>
              <a:t>Aenean</a:t>
            </a:r>
            <a:endParaRPr lang="de-DE" sz="2000" dirty="0"/>
          </a:p>
        </p:txBody>
      </p:sp>
      <p:sp>
        <p:nvSpPr>
          <p:cNvPr id="39" name="Text Placeholder 2">
            <a:extLst>
              <a:ext uri="{FF2B5EF4-FFF2-40B4-BE49-F238E27FC236}">
                <a16:creationId xmlns:a16="http://schemas.microsoft.com/office/drawing/2014/main" id="{02F5CD1A-1A61-4255-2BDA-079023A64BA7}"/>
              </a:ext>
            </a:extLst>
          </p:cNvPr>
          <p:cNvSpPr txBox="1">
            <a:spLocks noChangeAspect="1"/>
          </p:cNvSpPr>
          <p:nvPr/>
        </p:nvSpPr>
        <p:spPr>
          <a:xfrm>
            <a:off x="7811812" y="24451540"/>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Ergebnisse</a:t>
            </a:r>
          </a:p>
        </p:txBody>
      </p:sp>
      <p:sp>
        <p:nvSpPr>
          <p:cNvPr id="40" name="Text Placeholder 2">
            <a:extLst>
              <a:ext uri="{FF2B5EF4-FFF2-40B4-BE49-F238E27FC236}">
                <a16:creationId xmlns:a16="http://schemas.microsoft.com/office/drawing/2014/main" id="{8A0375A8-A006-85AC-BD1B-B42C8139AECA}"/>
              </a:ext>
            </a:extLst>
          </p:cNvPr>
          <p:cNvSpPr txBox="1">
            <a:spLocks/>
          </p:cNvSpPr>
          <p:nvPr/>
        </p:nvSpPr>
        <p:spPr>
          <a:xfrm>
            <a:off x="7811812" y="25581897"/>
            <a:ext cx="5760000" cy="2877190"/>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 Mauris </a:t>
            </a:r>
            <a:r>
              <a:rPr lang="de-DE" sz="2000" dirty="0" err="1"/>
              <a:t>sollicitudin</a:t>
            </a:r>
            <a:r>
              <a:rPr lang="de-DE" sz="2000" dirty="0"/>
              <a:t> </a:t>
            </a:r>
            <a:r>
              <a:rPr lang="de-DE" sz="2000" dirty="0" err="1"/>
              <a:t>placerat</a:t>
            </a:r>
            <a:r>
              <a:rPr lang="de-DE" sz="2000" dirty="0"/>
              <a:t>.</a:t>
            </a:r>
          </a:p>
        </p:txBody>
      </p:sp>
      <p:sp>
        <p:nvSpPr>
          <p:cNvPr id="41" name="Text Placeholder 2">
            <a:extLst>
              <a:ext uri="{FF2B5EF4-FFF2-40B4-BE49-F238E27FC236}">
                <a16:creationId xmlns:a16="http://schemas.microsoft.com/office/drawing/2014/main" id="{78C4DDA0-D397-5186-37EA-B2BC1446263A}"/>
              </a:ext>
            </a:extLst>
          </p:cNvPr>
          <p:cNvSpPr txBox="1">
            <a:spLocks noChangeAspect="1"/>
          </p:cNvSpPr>
          <p:nvPr/>
        </p:nvSpPr>
        <p:spPr>
          <a:xfrm>
            <a:off x="14293299" y="13106064"/>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Handlungsempfehlung</a:t>
            </a:r>
          </a:p>
        </p:txBody>
      </p:sp>
      <p:sp>
        <p:nvSpPr>
          <p:cNvPr id="42" name="Text Placeholder 2">
            <a:extLst>
              <a:ext uri="{FF2B5EF4-FFF2-40B4-BE49-F238E27FC236}">
                <a16:creationId xmlns:a16="http://schemas.microsoft.com/office/drawing/2014/main" id="{84C5A400-A143-0FE2-EBE3-A7736B34F569}"/>
              </a:ext>
            </a:extLst>
          </p:cNvPr>
          <p:cNvSpPr txBox="1">
            <a:spLocks/>
          </p:cNvSpPr>
          <p:nvPr/>
        </p:nvSpPr>
        <p:spPr>
          <a:xfrm>
            <a:off x="14293299" y="14236420"/>
            <a:ext cx="5760000" cy="4659905"/>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a:t>
            </a:r>
          </a:p>
          <a:p>
            <a:pPr algn="just" defTabSz="895518">
              <a:spcBef>
                <a:spcPct val="50000"/>
              </a:spcBef>
            </a:pPr>
            <a:r>
              <a:rPr lang="de-DE" sz="2000" dirty="0"/>
              <a:t>Mauris </a:t>
            </a:r>
            <a:r>
              <a:rPr lang="de-DE" sz="2000" dirty="0" err="1"/>
              <a:t>sollicitudin</a:t>
            </a:r>
            <a:r>
              <a:rPr lang="de-DE" sz="2000" dirty="0"/>
              <a:t> </a:t>
            </a:r>
            <a:r>
              <a:rPr lang="de-DE" sz="2000" dirty="0" err="1"/>
              <a:t>placerat</a:t>
            </a:r>
            <a:r>
              <a:rPr lang="de-DE" sz="2000" dirty="0"/>
              <a:t> </a:t>
            </a:r>
            <a:r>
              <a:rPr lang="de-DE" sz="2000" dirty="0" err="1"/>
              <a:t>lobortis</a:t>
            </a:r>
            <a:r>
              <a:rPr lang="de-DE" sz="2000" dirty="0"/>
              <a:t>. </a:t>
            </a:r>
            <a:r>
              <a:rPr lang="de-DE" sz="2000" dirty="0" err="1"/>
              <a:t>Pellentesque</a:t>
            </a:r>
            <a:r>
              <a:rPr lang="de-DE" sz="2000" dirty="0"/>
              <a:t> at </a:t>
            </a:r>
            <a:r>
              <a:rPr lang="de-DE" sz="2000" dirty="0" err="1"/>
              <a:t>ligula</a:t>
            </a:r>
            <a:r>
              <a:rPr lang="de-DE" sz="2000" dirty="0"/>
              <a:t> </a:t>
            </a:r>
            <a:r>
              <a:rPr lang="de-DE" sz="2000" dirty="0" err="1"/>
              <a:t>leo</a:t>
            </a:r>
            <a:r>
              <a:rPr lang="de-DE" sz="2000" dirty="0"/>
              <a:t>. </a:t>
            </a:r>
            <a:r>
              <a:rPr lang="de-DE" sz="2000" dirty="0" err="1"/>
              <a:t>Ut</a:t>
            </a:r>
            <a:r>
              <a:rPr lang="de-DE" sz="2000" dirty="0"/>
              <a:t> </a:t>
            </a:r>
            <a:r>
              <a:rPr lang="de-DE" sz="2000" dirty="0" err="1"/>
              <a:t>quis</a:t>
            </a:r>
            <a:r>
              <a:rPr lang="de-DE" sz="2000" dirty="0"/>
              <a:t> </a:t>
            </a:r>
            <a:r>
              <a:rPr lang="de-DE" sz="2000" dirty="0" err="1"/>
              <a:t>hendrerit</a:t>
            </a:r>
            <a:r>
              <a:rPr lang="de-DE" sz="2000" dirty="0"/>
              <a:t> </a:t>
            </a:r>
            <a:r>
              <a:rPr lang="de-DE" sz="2000" dirty="0" err="1"/>
              <a:t>tellus</a:t>
            </a:r>
            <a:r>
              <a:rPr lang="de-DE" sz="2000" dirty="0"/>
              <a:t>, in </a:t>
            </a:r>
            <a:r>
              <a:rPr lang="de-DE" sz="2000" dirty="0" err="1"/>
              <a:t>faucibus</a:t>
            </a:r>
            <a:r>
              <a:rPr lang="de-DE" sz="2000" dirty="0"/>
              <a:t> </a:t>
            </a:r>
            <a:r>
              <a:rPr lang="de-DE" sz="2000" dirty="0" err="1"/>
              <a:t>urna</a:t>
            </a:r>
            <a:r>
              <a:rPr lang="de-DE" sz="2000" dirty="0"/>
              <a:t>. Integer </a:t>
            </a:r>
            <a:r>
              <a:rPr lang="de-DE" sz="2000" dirty="0" err="1"/>
              <a:t>congue</a:t>
            </a:r>
            <a:r>
              <a:rPr lang="de-DE" sz="2000" dirty="0"/>
              <a:t> </a:t>
            </a:r>
            <a:r>
              <a:rPr lang="de-DE" sz="2000" dirty="0" err="1"/>
              <a:t>tellus</a:t>
            </a:r>
            <a:r>
              <a:rPr lang="de-DE" sz="2000" dirty="0"/>
              <a:t> </a:t>
            </a:r>
            <a:r>
              <a:rPr lang="de-DE" sz="2000" dirty="0" err="1"/>
              <a:t>vitae</a:t>
            </a:r>
            <a:r>
              <a:rPr lang="de-DE" sz="2000" dirty="0"/>
              <a:t> </a:t>
            </a:r>
            <a:r>
              <a:rPr lang="de-DE" sz="2000" dirty="0" err="1"/>
              <a:t>condimentum</a:t>
            </a:r>
            <a:r>
              <a:rPr lang="de-DE" sz="2000" dirty="0"/>
              <a:t> </a:t>
            </a:r>
            <a:r>
              <a:rPr lang="de-DE" sz="2000" dirty="0" err="1"/>
              <a:t>pellentesque</a:t>
            </a:r>
            <a:r>
              <a:rPr lang="de-DE" sz="2000" dirty="0"/>
              <a:t>. Duis </a:t>
            </a:r>
            <a:r>
              <a:rPr lang="de-DE" sz="2000" dirty="0" err="1"/>
              <a:t>ac</a:t>
            </a:r>
            <a:r>
              <a:rPr lang="de-DE" sz="2000" dirty="0"/>
              <a:t> ante </a:t>
            </a:r>
            <a:r>
              <a:rPr lang="de-DE" sz="2000" dirty="0" err="1"/>
              <a:t>nec</a:t>
            </a:r>
            <a:r>
              <a:rPr lang="de-DE" sz="2000" dirty="0"/>
              <a:t> ex </a:t>
            </a:r>
            <a:r>
              <a:rPr lang="de-DE" sz="2000" dirty="0" err="1"/>
              <a:t>porttitor</a:t>
            </a:r>
            <a:r>
              <a:rPr lang="de-DE" sz="2000" dirty="0"/>
              <a:t> </a:t>
            </a:r>
            <a:r>
              <a:rPr lang="de-DE" sz="2000" dirty="0" err="1"/>
              <a:t>rhoncus</a:t>
            </a:r>
            <a:r>
              <a:rPr lang="de-DE" sz="2000" dirty="0"/>
              <a:t> in </a:t>
            </a:r>
            <a:r>
              <a:rPr lang="de-DE" sz="2000" dirty="0" err="1"/>
              <a:t>eget</a:t>
            </a:r>
            <a:r>
              <a:rPr lang="de-DE" sz="2000" dirty="0"/>
              <a:t> </a:t>
            </a:r>
            <a:r>
              <a:rPr lang="de-DE" sz="2000" dirty="0" err="1"/>
              <a:t>augue</a:t>
            </a:r>
            <a:r>
              <a:rPr lang="de-DE" sz="2000" dirty="0"/>
              <a:t>. </a:t>
            </a:r>
            <a:r>
              <a:rPr lang="de-DE" sz="2000" dirty="0" err="1"/>
              <a:t>Fusce</a:t>
            </a:r>
            <a:r>
              <a:rPr lang="de-DE" sz="2000" dirty="0"/>
              <a:t> </a:t>
            </a:r>
            <a:r>
              <a:rPr lang="de-DE" sz="2000" dirty="0" err="1"/>
              <a:t>laoreet</a:t>
            </a:r>
            <a:r>
              <a:rPr lang="de-DE" sz="2000" dirty="0"/>
              <a:t> </a:t>
            </a:r>
            <a:r>
              <a:rPr lang="de-DE" sz="2000" dirty="0" err="1"/>
              <a:t>aliquet</a:t>
            </a:r>
            <a:r>
              <a:rPr lang="de-DE" sz="2000" dirty="0"/>
              <a:t> ante </a:t>
            </a:r>
            <a:r>
              <a:rPr lang="de-DE" sz="2000" dirty="0" err="1"/>
              <a:t>ut</a:t>
            </a:r>
            <a:r>
              <a:rPr lang="de-DE" sz="2000" dirty="0"/>
              <a:t> </a:t>
            </a:r>
            <a:r>
              <a:rPr lang="de-DE" sz="2000" dirty="0" err="1"/>
              <a:t>vehicula</a:t>
            </a:r>
            <a:r>
              <a:rPr lang="de-DE" sz="2000" dirty="0"/>
              <a:t>. </a:t>
            </a:r>
            <a:r>
              <a:rPr lang="de-DE" sz="2000" dirty="0" err="1"/>
              <a:t>Nullam</a:t>
            </a:r>
            <a:r>
              <a:rPr lang="de-DE" sz="2000" dirty="0"/>
              <a:t> </a:t>
            </a:r>
            <a:r>
              <a:rPr lang="de-DE" sz="2000" dirty="0" err="1"/>
              <a:t>quis</a:t>
            </a:r>
            <a:r>
              <a:rPr lang="de-DE" sz="2000" dirty="0"/>
              <a:t> </a:t>
            </a:r>
            <a:r>
              <a:rPr lang="de-DE" sz="2000" dirty="0" err="1"/>
              <a:t>sodales</a:t>
            </a:r>
            <a:r>
              <a:rPr lang="de-DE" sz="2000" dirty="0"/>
              <a:t> ante, </a:t>
            </a:r>
            <a:r>
              <a:rPr lang="de-DE" sz="2000" dirty="0" err="1"/>
              <a:t>id</a:t>
            </a:r>
            <a:r>
              <a:rPr lang="de-DE" sz="2000" dirty="0"/>
              <a:t> </a:t>
            </a:r>
            <a:r>
              <a:rPr lang="de-DE" sz="2000" dirty="0" err="1"/>
              <a:t>posuere</a:t>
            </a:r>
            <a:r>
              <a:rPr lang="de-DE" sz="2000" dirty="0"/>
              <a:t> </a:t>
            </a:r>
            <a:r>
              <a:rPr lang="de-DE" sz="2000" dirty="0" err="1"/>
              <a:t>elit</a:t>
            </a:r>
            <a:r>
              <a:rPr lang="de-DE" sz="2000" dirty="0"/>
              <a:t>.</a:t>
            </a:r>
          </a:p>
        </p:txBody>
      </p:sp>
      <p:sp>
        <p:nvSpPr>
          <p:cNvPr id="43" name="Text Placeholder 2">
            <a:extLst>
              <a:ext uri="{FF2B5EF4-FFF2-40B4-BE49-F238E27FC236}">
                <a16:creationId xmlns:a16="http://schemas.microsoft.com/office/drawing/2014/main" id="{3844D00D-F660-845B-A222-0B96D3235FDC}"/>
              </a:ext>
            </a:extLst>
          </p:cNvPr>
          <p:cNvSpPr txBox="1">
            <a:spLocks/>
          </p:cNvSpPr>
          <p:nvPr/>
        </p:nvSpPr>
        <p:spPr>
          <a:xfrm>
            <a:off x="14293299" y="6133931"/>
            <a:ext cx="5760000" cy="6769159"/>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err="1"/>
              <a:t>Proin</a:t>
            </a:r>
            <a:r>
              <a:rPr lang="de-DE" sz="2000" dirty="0"/>
              <a:t> </a:t>
            </a:r>
            <a:r>
              <a:rPr lang="de-DE" sz="2000" dirty="0" err="1"/>
              <a:t>eget</a:t>
            </a:r>
            <a:r>
              <a:rPr lang="de-DE" sz="2000" dirty="0"/>
              <a:t> </a:t>
            </a:r>
            <a:r>
              <a:rPr lang="de-DE" sz="2000" dirty="0" err="1"/>
              <a:t>consectetur</a:t>
            </a:r>
            <a:r>
              <a:rPr lang="de-DE" sz="2000" dirty="0"/>
              <a:t> nisi. </a:t>
            </a:r>
            <a:r>
              <a:rPr lang="de-DE" sz="2000" dirty="0" err="1"/>
              <a:t>Quisque</a:t>
            </a:r>
            <a:r>
              <a:rPr lang="de-DE" sz="2000" dirty="0"/>
              <a:t> </a:t>
            </a:r>
            <a:r>
              <a:rPr lang="de-DE" sz="2000" dirty="0" err="1"/>
              <a:t>eget</a:t>
            </a:r>
            <a:r>
              <a:rPr lang="de-DE" sz="2000" dirty="0"/>
              <a:t> </a:t>
            </a:r>
            <a:r>
              <a:rPr lang="de-DE" sz="2000" dirty="0" err="1"/>
              <a:t>dui</a:t>
            </a:r>
            <a:r>
              <a:rPr lang="de-DE" sz="2000" dirty="0"/>
              <a:t> non </a:t>
            </a:r>
            <a:r>
              <a:rPr lang="de-DE" sz="2000" dirty="0" err="1"/>
              <a:t>dui</a:t>
            </a:r>
            <a:r>
              <a:rPr lang="de-DE" sz="2000" dirty="0"/>
              <a:t> </a:t>
            </a:r>
            <a:r>
              <a:rPr lang="de-DE" sz="2000" dirty="0" err="1"/>
              <a:t>faucibus</a:t>
            </a:r>
            <a:r>
              <a:rPr lang="de-DE" sz="2000" dirty="0"/>
              <a:t> </a:t>
            </a:r>
            <a:r>
              <a:rPr lang="de-DE" sz="2000" dirty="0" err="1"/>
              <a:t>consectetur</a:t>
            </a:r>
            <a:r>
              <a:rPr lang="de-DE" sz="2000" dirty="0"/>
              <a:t> </a:t>
            </a:r>
            <a:r>
              <a:rPr lang="de-DE" sz="2000" dirty="0" err="1"/>
              <a:t>ac</a:t>
            </a:r>
            <a:r>
              <a:rPr lang="de-DE" sz="2000" dirty="0"/>
              <a:t> a </a:t>
            </a:r>
            <a:r>
              <a:rPr lang="de-DE" sz="2000" dirty="0" err="1"/>
              <a:t>massa</a:t>
            </a:r>
            <a:r>
              <a:rPr lang="de-DE" sz="2000" dirty="0"/>
              <a:t>.</a:t>
            </a:r>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endParaRPr lang="de-DE" sz="2000" dirty="0"/>
          </a:p>
          <a:p>
            <a:pPr algn="just" defTabSz="895518">
              <a:spcBef>
                <a:spcPct val="50000"/>
              </a:spcBef>
            </a:pPr>
            <a:r>
              <a:rPr lang="en-GB" sz="2000" dirty="0"/>
              <a:t>Vestibulum </a:t>
            </a:r>
            <a:r>
              <a:rPr lang="en-GB" sz="2000" dirty="0" err="1"/>
              <a:t>quis</a:t>
            </a:r>
            <a:r>
              <a:rPr lang="en-GB" sz="2000" dirty="0"/>
              <a:t> </a:t>
            </a:r>
            <a:r>
              <a:rPr lang="en-GB" sz="2000" dirty="0" err="1"/>
              <a:t>lacus</a:t>
            </a:r>
            <a:r>
              <a:rPr lang="en-GB" sz="2000" dirty="0"/>
              <a:t> in </a:t>
            </a:r>
            <a:r>
              <a:rPr lang="en-GB" sz="2000" dirty="0" err="1"/>
              <a:t>neque</a:t>
            </a:r>
            <a:r>
              <a:rPr lang="en-GB" sz="2000" dirty="0"/>
              <a:t> </a:t>
            </a:r>
            <a:r>
              <a:rPr lang="en-GB" sz="2000" dirty="0" err="1"/>
              <a:t>tincidunt</a:t>
            </a:r>
            <a:r>
              <a:rPr lang="en-GB" sz="2000" dirty="0"/>
              <a:t> convallis. </a:t>
            </a:r>
            <a:r>
              <a:rPr lang="en-GB" sz="2000" dirty="0" err="1"/>
              <a:t>Phasellus</a:t>
            </a:r>
            <a:r>
              <a:rPr lang="en-GB" sz="2000" dirty="0"/>
              <a:t> </a:t>
            </a:r>
            <a:r>
              <a:rPr lang="en-GB" sz="2000" dirty="0" err="1"/>
              <a:t>mattis</a:t>
            </a:r>
            <a:r>
              <a:rPr lang="en-GB" sz="2000" dirty="0"/>
              <a:t> </a:t>
            </a:r>
            <a:r>
              <a:rPr lang="en-GB" sz="2000" dirty="0" err="1"/>
              <a:t>sapien</a:t>
            </a:r>
            <a:r>
              <a:rPr lang="en-GB" sz="2000" dirty="0"/>
              <a:t> </a:t>
            </a:r>
            <a:r>
              <a:rPr lang="en-GB" sz="2000" dirty="0" err="1"/>
              <a:t>odio</a:t>
            </a:r>
            <a:r>
              <a:rPr lang="en-GB" sz="2000" dirty="0"/>
              <a:t>, vitae </a:t>
            </a:r>
            <a:r>
              <a:rPr lang="en-GB" sz="2000" dirty="0" err="1"/>
              <a:t>congue</a:t>
            </a:r>
            <a:r>
              <a:rPr lang="en-GB" sz="2000" dirty="0"/>
              <a:t> lorem </a:t>
            </a:r>
            <a:r>
              <a:rPr lang="en-GB" sz="2000" dirty="0" err="1"/>
              <a:t>commodo</a:t>
            </a:r>
            <a:r>
              <a:rPr lang="en-GB" sz="2000" dirty="0"/>
              <a:t> vel. </a:t>
            </a:r>
            <a:r>
              <a:rPr lang="en-GB" sz="2000" dirty="0" err="1"/>
              <a:t>Nullam</a:t>
            </a:r>
            <a:r>
              <a:rPr lang="en-GB" sz="2000" dirty="0"/>
              <a:t> fermentum at ante a </a:t>
            </a:r>
            <a:r>
              <a:rPr lang="en-GB" sz="2000" dirty="0" err="1"/>
              <a:t>faucibus</a:t>
            </a:r>
            <a:r>
              <a:rPr lang="en-GB" sz="2000" dirty="0"/>
              <a:t>. Integer </a:t>
            </a:r>
            <a:r>
              <a:rPr lang="en-GB" sz="2000" dirty="0" err="1"/>
              <a:t>egestas</a:t>
            </a:r>
            <a:r>
              <a:rPr lang="en-GB" sz="2000" dirty="0"/>
              <a:t> </a:t>
            </a:r>
            <a:r>
              <a:rPr lang="en-GB" sz="2000" dirty="0" err="1"/>
              <a:t>eu</a:t>
            </a:r>
            <a:r>
              <a:rPr lang="en-GB" sz="2000" dirty="0"/>
              <a:t> </a:t>
            </a:r>
            <a:r>
              <a:rPr lang="en-GB" sz="2000" dirty="0" err="1"/>
              <a:t>tortor</a:t>
            </a:r>
            <a:r>
              <a:rPr lang="en-GB" sz="2000" dirty="0"/>
              <a:t> </a:t>
            </a:r>
            <a:r>
              <a:rPr lang="en-GB" sz="2000" dirty="0" err="1"/>
              <a:t>nec</a:t>
            </a:r>
            <a:r>
              <a:rPr lang="en-GB" sz="2000" dirty="0"/>
              <a:t> </a:t>
            </a:r>
            <a:r>
              <a:rPr lang="en-GB" sz="2000" dirty="0" err="1"/>
              <a:t>placerat</a:t>
            </a:r>
            <a:r>
              <a:rPr lang="en-GB" sz="2000" dirty="0"/>
              <a:t>. </a:t>
            </a:r>
            <a:r>
              <a:rPr lang="en-GB" sz="2000" dirty="0" err="1"/>
              <a:t>Sed</a:t>
            </a:r>
            <a:r>
              <a:rPr lang="en-GB" sz="2000" dirty="0"/>
              <a:t> et </a:t>
            </a:r>
            <a:r>
              <a:rPr lang="en-GB" sz="2000" dirty="0" err="1"/>
              <a:t>mauris</a:t>
            </a:r>
            <a:r>
              <a:rPr lang="en-GB" sz="2000" dirty="0"/>
              <a:t> </a:t>
            </a:r>
            <a:r>
              <a:rPr lang="en-GB" sz="2000" dirty="0" err="1"/>
              <a:t>vel</a:t>
            </a:r>
            <a:r>
              <a:rPr lang="en-GB" sz="2000" dirty="0"/>
              <a:t> </a:t>
            </a:r>
            <a:r>
              <a:rPr lang="en-GB" sz="2000" dirty="0" err="1"/>
              <a:t>dolor</a:t>
            </a:r>
            <a:r>
              <a:rPr lang="en-GB" sz="2000" dirty="0"/>
              <a:t> convallis maximus et </a:t>
            </a:r>
            <a:r>
              <a:rPr lang="en-GB" sz="2000" dirty="0" err="1"/>
              <a:t>eget</a:t>
            </a:r>
            <a:r>
              <a:rPr lang="en-GB" sz="2000" dirty="0"/>
              <a:t> diam. Ut </a:t>
            </a:r>
            <a:r>
              <a:rPr lang="en-GB" sz="2000" dirty="0" err="1"/>
              <a:t>sem</a:t>
            </a:r>
            <a:r>
              <a:rPr lang="en-GB" sz="2000" dirty="0"/>
              <a:t> </a:t>
            </a:r>
            <a:r>
              <a:rPr lang="en-GB" sz="2000" dirty="0" err="1"/>
              <a:t>nisl</a:t>
            </a:r>
            <a:r>
              <a:rPr lang="en-GB" sz="2000" dirty="0"/>
              <a:t>, </a:t>
            </a:r>
            <a:r>
              <a:rPr lang="en-GB" sz="2000" dirty="0" err="1"/>
              <a:t>venenatis</a:t>
            </a:r>
            <a:r>
              <a:rPr lang="en-GB" sz="2000" dirty="0"/>
              <a:t> </a:t>
            </a:r>
            <a:r>
              <a:rPr lang="en-GB" sz="2000" dirty="0" err="1"/>
              <a:t>nec</a:t>
            </a:r>
            <a:r>
              <a:rPr lang="en-GB" sz="2000" dirty="0"/>
              <a:t>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a:t>
            </a:r>
            <a:r>
              <a:rPr lang="en-GB" sz="2000" dirty="0"/>
              <a:t>.</a:t>
            </a:r>
            <a:endParaRPr lang="de-DE" sz="2000" dirty="0"/>
          </a:p>
        </p:txBody>
      </p:sp>
      <p:sp>
        <p:nvSpPr>
          <p:cNvPr id="44" name="Text Placeholder 2">
            <a:extLst>
              <a:ext uri="{FF2B5EF4-FFF2-40B4-BE49-F238E27FC236}">
                <a16:creationId xmlns:a16="http://schemas.microsoft.com/office/drawing/2014/main" id="{29DB626F-2784-1EAF-0553-B3030FBC3A96}"/>
              </a:ext>
            </a:extLst>
          </p:cNvPr>
          <p:cNvSpPr txBox="1">
            <a:spLocks noChangeAspect="1"/>
          </p:cNvSpPr>
          <p:nvPr/>
        </p:nvSpPr>
        <p:spPr>
          <a:xfrm>
            <a:off x="14293299" y="1909901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Highlights </a:t>
            </a:r>
          </a:p>
        </p:txBody>
      </p:sp>
      <p:sp>
        <p:nvSpPr>
          <p:cNvPr id="45" name="Text Placeholder 2">
            <a:extLst>
              <a:ext uri="{FF2B5EF4-FFF2-40B4-BE49-F238E27FC236}">
                <a16:creationId xmlns:a16="http://schemas.microsoft.com/office/drawing/2014/main" id="{209BDA2A-1B17-A237-E056-F9A8DFC326A4}"/>
              </a:ext>
            </a:extLst>
          </p:cNvPr>
          <p:cNvSpPr txBox="1">
            <a:spLocks/>
          </p:cNvSpPr>
          <p:nvPr/>
        </p:nvSpPr>
        <p:spPr>
          <a:xfrm>
            <a:off x="14293299" y="20229373"/>
            <a:ext cx="5760000" cy="3599242"/>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marL="180000" indent="-180000" algn="just" defTabSz="895518">
              <a:spcBef>
                <a:spcPts val="600"/>
              </a:spcBef>
              <a:buFont typeface="Arial" panose="020B0604020202020204" pitchFamily="34" charset="0"/>
              <a:buChar char="•"/>
            </a:pPr>
            <a:r>
              <a:rPr lang="de-DE" sz="2000" dirty="0"/>
              <a:t>Duis </a:t>
            </a:r>
            <a:r>
              <a:rPr lang="de-DE" sz="2000" dirty="0" err="1"/>
              <a:t>ullamcorper</a:t>
            </a:r>
            <a:r>
              <a:rPr lang="de-DE" sz="2000" dirty="0"/>
              <a:t> </a:t>
            </a:r>
            <a:r>
              <a:rPr lang="de-DE" sz="2000" dirty="0" err="1"/>
              <a:t>sem</a:t>
            </a:r>
            <a:r>
              <a:rPr lang="de-DE" sz="2000" dirty="0"/>
              <a:t> sed </a:t>
            </a:r>
            <a:r>
              <a:rPr lang="de-DE" sz="2000" dirty="0" err="1"/>
              <a:t>tellus</a:t>
            </a:r>
            <a:r>
              <a:rPr lang="de-DE" sz="2000" dirty="0"/>
              <a:t> </a:t>
            </a:r>
            <a:r>
              <a:rPr lang="de-DE" sz="2000" dirty="0" err="1"/>
              <a:t>sodales</a:t>
            </a:r>
            <a:r>
              <a:rPr lang="de-DE" sz="2000" dirty="0"/>
              <a:t> </a:t>
            </a:r>
            <a:r>
              <a:rPr lang="de-DE" sz="2000" dirty="0" err="1"/>
              <a:t>dictum</a:t>
            </a:r>
            <a:r>
              <a:rPr lang="de-DE" sz="2000" dirty="0"/>
              <a:t>. </a:t>
            </a: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p>
          <a:p>
            <a:pPr marL="180000" indent="-180000" algn="just" defTabSz="895518">
              <a:spcBef>
                <a:spcPts val="600"/>
              </a:spcBef>
              <a:buFont typeface="Arial" panose="020B0604020202020204" pitchFamily="34" charset="0"/>
              <a:buChar char="•"/>
            </a:pP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p>
          <a:p>
            <a:pPr marL="180000" indent="-180000" algn="just" defTabSz="895518">
              <a:spcBef>
                <a:spcPts val="600"/>
              </a:spcBef>
              <a:buFont typeface="Arial" panose="020B0604020202020204" pitchFamily="34" charset="0"/>
              <a:buChar char="•"/>
            </a:pPr>
            <a:r>
              <a:rPr lang="de-DE" sz="2000" dirty="0" err="1"/>
              <a:t>Vivamus</a:t>
            </a:r>
            <a:r>
              <a:rPr lang="de-DE" sz="2000" dirty="0"/>
              <a:t> at </a:t>
            </a:r>
            <a:r>
              <a:rPr lang="de-DE" sz="2000" dirty="0" err="1"/>
              <a:t>consequat</a:t>
            </a:r>
            <a:r>
              <a:rPr lang="de-DE" sz="2000" dirty="0"/>
              <a:t> </a:t>
            </a:r>
            <a:r>
              <a:rPr lang="de-DE" sz="2000" dirty="0" err="1"/>
              <a:t>arcu</a:t>
            </a:r>
            <a:r>
              <a:rPr lang="de-DE" sz="2000" dirty="0"/>
              <a:t>. Sed </a:t>
            </a:r>
            <a:r>
              <a:rPr lang="de-DE" sz="2000" dirty="0" err="1"/>
              <a:t>ac</a:t>
            </a:r>
            <a:r>
              <a:rPr lang="de-DE" sz="2000" dirty="0"/>
              <a:t> </a:t>
            </a:r>
            <a:r>
              <a:rPr lang="de-DE" sz="2000" dirty="0" err="1"/>
              <a:t>felis</a:t>
            </a:r>
            <a:r>
              <a:rPr lang="de-DE" sz="2000" dirty="0"/>
              <a:t> </a:t>
            </a:r>
            <a:r>
              <a:rPr lang="de-DE" sz="2000" dirty="0" err="1"/>
              <a:t>bibendum</a:t>
            </a:r>
            <a:r>
              <a:rPr lang="de-DE" sz="2000" dirty="0"/>
              <a:t> nisi </a:t>
            </a:r>
            <a:r>
              <a:rPr lang="de-DE" sz="2000" dirty="0" err="1"/>
              <a:t>hendrerit</a:t>
            </a:r>
            <a:r>
              <a:rPr lang="de-DE" sz="2000" dirty="0"/>
              <a:t> </a:t>
            </a:r>
            <a:r>
              <a:rPr lang="de-DE" sz="2000" dirty="0" err="1"/>
              <a:t>tincidunt</a:t>
            </a:r>
            <a:r>
              <a:rPr lang="de-DE" sz="2000" dirty="0"/>
              <a:t> </a:t>
            </a:r>
            <a:r>
              <a:rPr lang="de-DE" sz="2000" dirty="0" err="1"/>
              <a:t>nec</a:t>
            </a:r>
            <a:r>
              <a:rPr lang="de-DE" sz="2000" dirty="0"/>
              <a:t> </a:t>
            </a:r>
            <a:r>
              <a:rPr lang="de-DE" sz="2000" dirty="0" err="1"/>
              <a:t>scelerisque</a:t>
            </a:r>
            <a:r>
              <a:rPr lang="de-DE" sz="2000" dirty="0"/>
              <a:t> ante. </a:t>
            </a:r>
          </a:p>
          <a:p>
            <a:pPr marL="180000" indent="-180000" algn="just" defTabSz="895518">
              <a:spcBef>
                <a:spcPts val="600"/>
              </a:spcBef>
              <a:buFont typeface="Arial" panose="020B0604020202020204" pitchFamily="34" charset="0"/>
              <a:buChar char="•"/>
            </a:pPr>
            <a:r>
              <a:rPr lang="de-DE" sz="2000" dirty="0" err="1"/>
              <a:t>Donec</a:t>
            </a:r>
            <a:r>
              <a:rPr lang="de-DE" sz="2000" dirty="0"/>
              <a:t> </a:t>
            </a:r>
            <a:r>
              <a:rPr lang="de-DE" sz="2000" dirty="0" err="1"/>
              <a:t>vehicula</a:t>
            </a:r>
            <a:r>
              <a:rPr lang="de-DE" sz="2000" dirty="0"/>
              <a:t> </a:t>
            </a:r>
            <a:r>
              <a:rPr lang="de-DE" sz="2000" dirty="0" err="1"/>
              <a:t>posuere</a:t>
            </a:r>
            <a:r>
              <a:rPr lang="de-DE" sz="2000" dirty="0"/>
              <a:t> </a:t>
            </a:r>
            <a:r>
              <a:rPr lang="de-DE" sz="2000" dirty="0" err="1"/>
              <a:t>velit</a:t>
            </a:r>
            <a:r>
              <a:rPr lang="de-DE" sz="2000" dirty="0"/>
              <a:t> a </a:t>
            </a:r>
            <a:r>
              <a:rPr lang="de-DE" sz="2000" dirty="0" err="1"/>
              <a:t>congue</a:t>
            </a:r>
            <a:r>
              <a:rPr lang="de-DE" sz="2000" dirty="0"/>
              <a:t>. </a:t>
            </a:r>
            <a:r>
              <a:rPr lang="de-DE" sz="2000" dirty="0" err="1"/>
              <a:t>elit</a:t>
            </a:r>
            <a:r>
              <a:rPr lang="de-DE" sz="2000" dirty="0"/>
              <a:t>.</a:t>
            </a:r>
          </a:p>
        </p:txBody>
      </p:sp>
      <p:sp>
        <p:nvSpPr>
          <p:cNvPr id="49" name="Text Placeholder 2">
            <a:extLst>
              <a:ext uri="{FF2B5EF4-FFF2-40B4-BE49-F238E27FC236}">
                <a16:creationId xmlns:a16="http://schemas.microsoft.com/office/drawing/2014/main" id="{A5E540CE-E930-87C3-E7E8-2FDF0C41D2A7}"/>
              </a:ext>
            </a:extLst>
          </p:cNvPr>
          <p:cNvSpPr txBox="1">
            <a:spLocks/>
          </p:cNvSpPr>
          <p:nvPr/>
        </p:nvSpPr>
        <p:spPr>
          <a:xfrm>
            <a:off x="16803285" y="27820664"/>
            <a:ext cx="3297641" cy="667504"/>
          </a:xfrm>
          <a:prstGeom prst="rect">
            <a:avLst/>
          </a:prstGeom>
          <a:noFill/>
        </p:spPr>
        <p:txBody>
          <a:bodyPr vert="horz" lIns="432000" tIns="360000" rIns="360000" bIns="360000" numCol="1" rtlCol="0" anchor="ctr">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1800" i="1" dirty="0"/>
              <a:t>    </a:t>
            </a:r>
            <a:r>
              <a:rPr lang="de-DE" sz="1800" i="1" dirty="0" err="1"/>
              <a:t>bchwtz</a:t>
            </a:r>
            <a:r>
              <a:rPr lang="de-DE" sz="1800" i="1" dirty="0"/>
              <a:t>/</a:t>
            </a:r>
            <a:r>
              <a:rPr lang="de-DE" sz="1800" i="1" dirty="0" err="1"/>
              <a:t>bchwtz-dtng</a:t>
            </a:r>
            <a:endParaRPr lang="de-DE" sz="1800" i="1" dirty="0"/>
          </a:p>
        </p:txBody>
      </p:sp>
      <p:sp>
        <p:nvSpPr>
          <p:cNvPr id="50" name="Text Placeholder 2">
            <a:extLst>
              <a:ext uri="{FF2B5EF4-FFF2-40B4-BE49-F238E27FC236}">
                <a16:creationId xmlns:a16="http://schemas.microsoft.com/office/drawing/2014/main" id="{134E063F-B6AF-B769-898F-C58EC4DCD736}"/>
              </a:ext>
            </a:extLst>
          </p:cNvPr>
          <p:cNvSpPr txBox="1">
            <a:spLocks/>
          </p:cNvSpPr>
          <p:nvPr/>
        </p:nvSpPr>
        <p:spPr>
          <a:xfrm>
            <a:off x="14333502" y="27811014"/>
            <a:ext cx="2469783" cy="667504"/>
          </a:xfrm>
          <a:prstGeom prst="rect">
            <a:avLst/>
          </a:prstGeom>
          <a:noFill/>
        </p:spPr>
        <p:txBody>
          <a:bodyPr vert="horz" lIns="360000" tIns="360000" rIns="108000" bIns="360000" numCol="1" rtlCol="0" anchor="ctr">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lnSpc>
                <a:spcPct val="100000"/>
              </a:lnSpc>
              <a:spcBef>
                <a:spcPts val="0"/>
              </a:spcBef>
            </a:pPr>
            <a:r>
              <a:rPr lang="de-DE" sz="1800" b="1" i="1" dirty="0"/>
              <a:t>Digitale Quellen</a:t>
            </a:r>
          </a:p>
          <a:p>
            <a:pPr algn="just" defTabSz="895518">
              <a:lnSpc>
                <a:spcPct val="100000"/>
              </a:lnSpc>
              <a:spcBef>
                <a:spcPts val="0"/>
              </a:spcBef>
            </a:pPr>
            <a:r>
              <a:rPr lang="de-DE" sz="1800" b="1" i="1" dirty="0"/>
              <a:t>und Anhang:</a:t>
            </a:r>
          </a:p>
        </p:txBody>
      </p:sp>
      <p:pic>
        <p:nvPicPr>
          <p:cNvPr id="1026" name="Picture 2" descr="Github Logo - Free social media icons">
            <a:extLst>
              <a:ext uri="{FF2B5EF4-FFF2-40B4-BE49-F238E27FC236}">
                <a16:creationId xmlns:a16="http://schemas.microsoft.com/office/drawing/2014/main" id="{DD4AB8F0-3B5A-C33D-6AD7-2F2FE7D69D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0114" y="27920087"/>
            <a:ext cx="449358" cy="4493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Tabelle 50">
            <a:extLst>
              <a:ext uri="{FF2B5EF4-FFF2-40B4-BE49-F238E27FC236}">
                <a16:creationId xmlns:a16="http://schemas.microsoft.com/office/drawing/2014/main" id="{B3F1ADDD-796D-A4E3-4B10-06C60B12D267}"/>
              </a:ext>
            </a:extLst>
          </p:cNvPr>
          <p:cNvGraphicFramePr>
            <a:graphicFrameLocks noGrp="1"/>
          </p:cNvGraphicFramePr>
          <p:nvPr/>
        </p:nvGraphicFramePr>
        <p:xfrm>
          <a:off x="14626157" y="7560317"/>
          <a:ext cx="5122864" cy="1981200"/>
        </p:xfrm>
        <a:graphic>
          <a:graphicData uri="http://schemas.openxmlformats.org/drawingml/2006/table">
            <a:tbl>
              <a:tblPr firstRow="1" bandRow="1">
                <a:tableStyleId>{2D5ABB26-0587-4C30-8999-92F81FD0307C}</a:tableStyleId>
              </a:tblPr>
              <a:tblGrid>
                <a:gridCol w="1280716">
                  <a:extLst>
                    <a:ext uri="{9D8B030D-6E8A-4147-A177-3AD203B41FA5}">
                      <a16:colId xmlns:a16="http://schemas.microsoft.com/office/drawing/2014/main" val="3162262842"/>
                    </a:ext>
                  </a:extLst>
                </a:gridCol>
                <a:gridCol w="1280716">
                  <a:extLst>
                    <a:ext uri="{9D8B030D-6E8A-4147-A177-3AD203B41FA5}">
                      <a16:colId xmlns:a16="http://schemas.microsoft.com/office/drawing/2014/main" val="2303208804"/>
                    </a:ext>
                  </a:extLst>
                </a:gridCol>
                <a:gridCol w="1280716">
                  <a:extLst>
                    <a:ext uri="{9D8B030D-6E8A-4147-A177-3AD203B41FA5}">
                      <a16:colId xmlns:a16="http://schemas.microsoft.com/office/drawing/2014/main" val="1565372895"/>
                    </a:ext>
                  </a:extLst>
                </a:gridCol>
                <a:gridCol w="1280716">
                  <a:extLst>
                    <a:ext uri="{9D8B030D-6E8A-4147-A177-3AD203B41FA5}">
                      <a16:colId xmlns:a16="http://schemas.microsoft.com/office/drawing/2014/main" val="2724980393"/>
                    </a:ext>
                  </a:extLst>
                </a:gridCol>
              </a:tblGrid>
              <a:tr h="370840">
                <a:tc>
                  <a:txBody>
                    <a:bodyPr/>
                    <a:lstStyle/>
                    <a:p>
                      <a:r>
                        <a:rPr lang="de-DE" sz="2000" b="1" dirty="0">
                          <a:latin typeface="Arial" panose="020B0604020202020204" pitchFamily="34" charset="0"/>
                          <a:cs typeface="Arial" panose="020B0604020202020204" pitchFamily="34" charset="0"/>
                        </a:rPr>
                        <a:t>Modell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de-DE" sz="2000" b="1" dirty="0">
                          <a:latin typeface="Arial" panose="020B0604020202020204" pitchFamily="34" charset="0"/>
                          <a:cs typeface="Arial" panose="020B0604020202020204" pitchFamily="34" charset="0"/>
                        </a:rPr>
                        <a:t>Metrik 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639533"/>
                  </a:ext>
                </a:extLst>
              </a:tr>
              <a:tr h="370840">
                <a:tc>
                  <a:txBody>
                    <a:bodyPr/>
                    <a:lstStyle/>
                    <a:p>
                      <a:r>
                        <a:rPr lang="de-DE" sz="2000" dirty="0">
                          <a:latin typeface="Arial" panose="020B0604020202020204" pitchFamily="34" charset="0"/>
                          <a:cs typeface="Arial" panose="020B0604020202020204" pitchFamily="34" charset="0"/>
                        </a:rPr>
                        <a:t>Modell A</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1.00</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1.78</a:t>
                      </a:r>
                    </a:p>
                  </a:txBody>
                  <a:tcPr>
                    <a:lnT w="12700" cap="flat" cmpd="sng" algn="ctr">
                      <a:solidFill>
                        <a:schemeClr val="tx1"/>
                      </a:solidFill>
                      <a:prstDash val="solid"/>
                      <a:round/>
                      <a:headEnd type="none" w="med" len="med"/>
                      <a:tailEnd type="none" w="med" len="med"/>
                    </a:lnT>
                  </a:tcPr>
                </a:tc>
                <a:tc>
                  <a:txBody>
                    <a:bodyPr/>
                    <a:lstStyle/>
                    <a:p>
                      <a:pPr algn="r"/>
                      <a:r>
                        <a:rPr lang="de-DE" sz="2000" dirty="0">
                          <a:latin typeface="Arial" panose="020B0604020202020204" pitchFamily="34" charset="0"/>
                          <a:cs typeface="Arial" panose="020B0604020202020204" pitchFamily="34" charset="0"/>
                        </a:rPr>
                        <a:t>0.03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72684323"/>
                  </a:ext>
                </a:extLst>
              </a:tr>
              <a:tr h="370840">
                <a:tc>
                  <a:txBody>
                    <a:bodyPr/>
                    <a:lstStyle/>
                    <a:p>
                      <a:r>
                        <a:rPr lang="de-DE" sz="2000" dirty="0">
                          <a:latin typeface="Arial" panose="020B0604020202020204" pitchFamily="34" charset="0"/>
                          <a:cs typeface="Arial" panose="020B0604020202020204" pitchFamily="34" charset="0"/>
                        </a:rPr>
                        <a:t>Modell B</a:t>
                      </a:r>
                    </a:p>
                  </a:txBody>
                  <a:tcPr/>
                </a:tc>
                <a:tc>
                  <a:txBody>
                    <a:bodyPr/>
                    <a:lstStyle/>
                    <a:p>
                      <a:pPr algn="r"/>
                      <a:r>
                        <a:rPr lang="de-DE" sz="2000" dirty="0">
                          <a:latin typeface="Arial" panose="020B0604020202020204" pitchFamily="34" charset="0"/>
                          <a:cs typeface="Arial" panose="020B0604020202020204" pitchFamily="34" charset="0"/>
                        </a:rPr>
                        <a:t>2.25</a:t>
                      </a:r>
                    </a:p>
                  </a:txBody>
                  <a:tcPr/>
                </a:tc>
                <a:tc>
                  <a:txBody>
                    <a:bodyPr/>
                    <a:lstStyle/>
                    <a:p>
                      <a:pPr algn="r"/>
                      <a:r>
                        <a:rPr lang="de-DE" sz="2000" dirty="0">
                          <a:latin typeface="Arial" panose="020B0604020202020204" pitchFamily="34" charset="0"/>
                          <a:cs typeface="Arial" panose="020B0604020202020204" pitchFamily="34" charset="0"/>
                        </a:rPr>
                        <a:t>1.98</a:t>
                      </a:r>
                    </a:p>
                  </a:txBody>
                  <a:tcPr/>
                </a:tc>
                <a:tc>
                  <a:txBody>
                    <a:bodyPr/>
                    <a:lstStyle/>
                    <a:p>
                      <a:pPr algn="r"/>
                      <a:r>
                        <a:rPr lang="de-DE" sz="2000" dirty="0">
                          <a:latin typeface="Arial" panose="020B0604020202020204" pitchFamily="34" charset="0"/>
                          <a:cs typeface="Arial" panose="020B0604020202020204" pitchFamily="34" charset="0"/>
                        </a:rPr>
                        <a:t>0.78</a:t>
                      </a:r>
                    </a:p>
                  </a:txBody>
                  <a:tcPr/>
                </a:tc>
                <a:extLst>
                  <a:ext uri="{0D108BD9-81ED-4DB2-BD59-A6C34878D82A}">
                    <a16:rowId xmlns:a16="http://schemas.microsoft.com/office/drawing/2014/main" val="3258759407"/>
                  </a:ext>
                </a:extLst>
              </a:tr>
              <a:tr h="370840">
                <a:tc>
                  <a:txBody>
                    <a:bodyPr/>
                    <a:lstStyle/>
                    <a:p>
                      <a:r>
                        <a:rPr lang="de-DE" sz="2000" dirty="0">
                          <a:latin typeface="Arial" panose="020B0604020202020204" pitchFamily="34" charset="0"/>
                          <a:cs typeface="Arial" panose="020B0604020202020204" pitchFamily="34" charset="0"/>
                        </a:rPr>
                        <a:t>Modell C</a:t>
                      </a:r>
                    </a:p>
                  </a:txBody>
                  <a:tcPr/>
                </a:tc>
                <a:tc>
                  <a:txBody>
                    <a:bodyPr/>
                    <a:lstStyle/>
                    <a:p>
                      <a:pPr algn="r"/>
                      <a:r>
                        <a:rPr lang="de-DE" sz="2000" dirty="0">
                          <a:latin typeface="Arial" panose="020B0604020202020204" pitchFamily="34" charset="0"/>
                          <a:cs typeface="Arial" panose="020B0604020202020204" pitchFamily="34" charset="0"/>
                        </a:rPr>
                        <a:t>2.45</a:t>
                      </a:r>
                    </a:p>
                  </a:txBody>
                  <a:tcPr/>
                </a:tc>
                <a:tc>
                  <a:txBody>
                    <a:bodyPr/>
                    <a:lstStyle/>
                    <a:p>
                      <a:pPr algn="r"/>
                      <a:r>
                        <a:rPr lang="de-DE" sz="2000" dirty="0">
                          <a:latin typeface="Arial" panose="020B0604020202020204" pitchFamily="34" charset="0"/>
                          <a:cs typeface="Arial" panose="020B0604020202020204" pitchFamily="34" charset="0"/>
                        </a:rPr>
                        <a:t>2.30</a:t>
                      </a:r>
                    </a:p>
                  </a:txBody>
                  <a:tcPr/>
                </a:tc>
                <a:tc>
                  <a:txBody>
                    <a:bodyPr/>
                    <a:lstStyle/>
                    <a:p>
                      <a:pPr algn="r"/>
                      <a:r>
                        <a:rPr lang="de-DE" sz="2000" dirty="0">
                          <a:latin typeface="Arial" panose="020B0604020202020204" pitchFamily="34" charset="0"/>
                          <a:cs typeface="Arial" panose="020B0604020202020204" pitchFamily="34" charset="0"/>
                        </a:rPr>
                        <a:t>1.00</a:t>
                      </a:r>
                    </a:p>
                  </a:txBody>
                  <a:tcPr/>
                </a:tc>
                <a:extLst>
                  <a:ext uri="{0D108BD9-81ED-4DB2-BD59-A6C34878D82A}">
                    <a16:rowId xmlns:a16="http://schemas.microsoft.com/office/drawing/2014/main" val="859016427"/>
                  </a:ext>
                </a:extLst>
              </a:tr>
              <a:tr h="370840">
                <a:tc>
                  <a:txBody>
                    <a:bodyPr/>
                    <a:lstStyle/>
                    <a:p>
                      <a:r>
                        <a:rPr lang="de-DE" sz="2000" dirty="0">
                          <a:latin typeface="Arial" panose="020B0604020202020204" pitchFamily="34" charset="0"/>
                          <a:cs typeface="Arial" panose="020B0604020202020204" pitchFamily="34" charset="0"/>
                        </a:rPr>
                        <a:t>Modell D</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5.50</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4.87</a:t>
                      </a:r>
                    </a:p>
                  </a:txBody>
                  <a:tcPr>
                    <a:lnB w="12700" cap="flat" cmpd="sng" algn="ctr">
                      <a:solidFill>
                        <a:schemeClr val="tx1"/>
                      </a:solidFill>
                      <a:prstDash val="solid"/>
                      <a:round/>
                      <a:headEnd type="none" w="med" len="med"/>
                      <a:tailEnd type="none" w="med" len="med"/>
                    </a:lnB>
                  </a:tcPr>
                </a:tc>
                <a:tc>
                  <a:txBody>
                    <a:bodyPr/>
                    <a:lstStyle/>
                    <a:p>
                      <a:pPr algn="r"/>
                      <a:r>
                        <a:rPr lang="de-DE" sz="2000" dirty="0">
                          <a:latin typeface="Arial" panose="020B0604020202020204" pitchFamily="34" charset="0"/>
                          <a:cs typeface="Arial" panose="020B0604020202020204" pitchFamily="34" charset="0"/>
                        </a:rPr>
                        <a:t>12.76</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9779664"/>
                  </a:ext>
                </a:extLst>
              </a:tr>
            </a:tbl>
          </a:graphicData>
        </a:graphic>
      </p:graphicFrame>
      <p:sp>
        <p:nvSpPr>
          <p:cNvPr id="52" name="Textfeld 51">
            <a:extLst>
              <a:ext uri="{FF2B5EF4-FFF2-40B4-BE49-F238E27FC236}">
                <a16:creationId xmlns:a16="http://schemas.microsoft.com/office/drawing/2014/main" id="{475C9AFB-62F8-78E4-45BF-C01A16AD259F}"/>
              </a:ext>
            </a:extLst>
          </p:cNvPr>
          <p:cNvSpPr txBox="1"/>
          <p:nvPr/>
        </p:nvSpPr>
        <p:spPr>
          <a:xfrm>
            <a:off x="15304915" y="9662562"/>
            <a:ext cx="3479350" cy="400110"/>
          </a:xfrm>
          <a:prstGeom prst="rect">
            <a:avLst/>
          </a:prstGeom>
          <a:noFill/>
        </p:spPr>
        <p:txBody>
          <a:bodyPr wrap="none" rtlCol="0">
            <a:spAutoFit/>
          </a:bodyPr>
          <a:lstStyle/>
          <a:p>
            <a:r>
              <a:rPr lang="de-DE" sz="2000" i="1" dirty="0">
                <a:latin typeface="Arial" panose="020B0604020202020204" pitchFamily="34" charset="0"/>
                <a:cs typeface="Arial" panose="020B0604020202020204" pitchFamily="34" charset="0"/>
              </a:rPr>
              <a:t>Tab. 1:   </a:t>
            </a:r>
            <a:r>
              <a:rPr lang="de-DE" sz="2000" i="1" dirty="0" err="1">
                <a:latin typeface="Arial" panose="020B0604020202020204" pitchFamily="34" charset="0"/>
                <a:cs typeface="Arial" panose="020B0604020202020204" pitchFamily="34" charset="0"/>
              </a:rPr>
              <a:t>Evaluationsmetriken</a:t>
            </a:r>
            <a:endParaRPr lang="de-DE" sz="2000" i="1" dirty="0">
              <a:latin typeface="Arial" panose="020B0604020202020204" pitchFamily="34" charset="0"/>
              <a:cs typeface="Arial" panose="020B0604020202020204" pitchFamily="34" charset="0"/>
            </a:endParaRPr>
          </a:p>
        </p:txBody>
      </p:sp>
      <p:sp>
        <p:nvSpPr>
          <p:cNvPr id="2" name="Text Placeholder 2">
            <a:extLst>
              <a:ext uri="{FF2B5EF4-FFF2-40B4-BE49-F238E27FC236}">
                <a16:creationId xmlns:a16="http://schemas.microsoft.com/office/drawing/2014/main" id="{52D6FBC4-9874-83D1-5DEB-E1BA1C628696}"/>
              </a:ext>
            </a:extLst>
          </p:cNvPr>
          <p:cNvSpPr txBox="1">
            <a:spLocks noChangeAspect="1"/>
          </p:cNvSpPr>
          <p:nvPr/>
        </p:nvSpPr>
        <p:spPr>
          <a:xfrm>
            <a:off x="7811812" y="16651326"/>
            <a:ext cx="5760000" cy="927666"/>
          </a:xfrm>
          <a:prstGeom prst="rect">
            <a:avLst/>
          </a:prstGeom>
          <a:solidFill>
            <a:srgbClr val="00509B"/>
          </a:solidFill>
        </p:spPr>
        <p:txBody>
          <a:bodyPr vert="horz" lIns="360000" tIns="46800" rIns="108000" bIns="45720" numCol="1" rtlCol="0" anchor="ctr">
            <a:norm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l"/>
            <a:r>
              <a:rPr lang="de-DE" sz="3200" b="1" dirty="0">
                <a:solidFill>
                  <a:schemeClr val="bg1"/>
                </a:solidFill>
              </a:rPr>
              <a:t>Implementierungsdetails</a:t>
            </a:r>
          </a:p>
        </p:txBody>
      </p:sp>
      <p:sp>
        <p:nvSpPr>
          <p:cNvPr id="3" name="Text Placeholder 2">
            <a:extLst>
              <a:ext uri="{FF2B5EF4-FFF2-40B4-BE49-F238E27FC236}">
                <a16:creationId xmlns:a16="http://schemas.microsoft.com/office/drawing/2014/main" id="{DC5D0E1E-1D25-D2B4-8C36-914DAFA42CCC}"/>
              </a:ext>
            </a:extLst>
          </p:cNvPr>
          <p:cNvSpPr txBox="1">
            <a:spLocks/>
          </p:cNvSpPr>
          <p:nvPr/>
        </p:nvSpPr>
        <p:spPr>
          <a:xfrm>
            <a:off x="7811812" y="17781683"/>
            <a:ext cx="5760000" cy="6467166"/>
          </a:xfrm>
          <a:prstGeom prst="rect">
            <a:avLst/>
          </a:prstGeom>
          <a:solidFill>
            <a:schemeClr val="bg1">
              <a:lumMod val="95000"/>
            </a:schemeClr>
          </a:solidFill>
        </p:spPr>
        <p:txBody>
          <a:bodyPr vert="horz" lIns="360000" tIns="360000" rIns="360000" bIns="360000" numCol="1" rtlCol="0">
            <a:noAutofit/>
          </a:bodyPr>
          <a:lstStyle>
            <a:lvl1pPr marL="0" indent="0" algn="ctr" defTabSz="2138324" rtl="0" eaLnBrk="1" latinLnBrk="0" hangingPunct="1">
              <a:lnSpc>
                <a:spcPct val="90000"/>
              </a:lnSpc>
              <a:spcBef>
                <a:spcPts val="2339"/>
              </a:spcBef>
              <a:buFont typeface="Arial" panose="020B0604020202020204" pitchFamily="34" charset="0"/>
              <a:buNone/>
              <a:defRPr sz="5612" kern="1200">
                <a:solidFill>
                  <a:schemeClr val="tx1"/>
                </a:solidFill>
                <a:latin typeface="Arial" panose="020B0604020202020204" pitchFamily="34" charset="0"/>
                <a:ea typeface="+mn-ea"/>
                <a:cs typeface="Arial" panose="020B0604020202020204" pitchFamily="34" charset="0"/>
              </a:defRPr>
            </a:lvl1pPr>
            <a:lvl2pPr marL="1069162" indent="0" algn="ctr" defTabSz="2138324" rtl="0" eaLnBrk="1" latinLnBrk="0" hangingPunct="1">
              <a:lnSpc>
                <a:spcPct val="90000"/>
              </a:lnSpc>
              <a:spcBef>
                <a:spcPts val="1169"/>
              </a:spcBef>
              <a:buFont typeface="Arial" panose="020B0604020202020204" pitchFamily="34" charset="0"/>
              <a:buNone/>
              <a:defRPr sz="4677" kern="1200">
                <a:solidFill>
                  <a:schemeClr val="tx1"/>
                </a:solidFill>
                <a:latin typeface="Arial" panose="020B0604020202020204" pitchFamily="34" charset="0"/>
                <a:ea typeface="+mn-ea"/>
                <a:cs typeface="Arial" panose="020B0604020202020204" pitchFamily="34" charset="0"/>
              </a:defRPr>
            </a:lvl2pPr>
            <a:lvl3pPr marL="2138324" indent="0" algn="ctr" defTabSz="2138324" rtl="0" eaLnBrk="1" latinLnBrk="0" hangingPunct="1">
              <a:lnSpc>
                <a:spcPct val="90000"/>
              </a:lnSpc>
              <a:spcBef>
                <a:spcPts val="1169"/>
              </a:spcBef>
              <a:buFont typeface="Arial" panose="020B0604020202020204" pitchFamily="34" charset="0"/>
              <a:buNone/>
              <a:defRPr sz="4209" kern="1200">
                <a:solidFill>
                  <a:schemeClr val="tx1"/>
                </a:solidFill>
                <a:latin typeface="Arial" panose="020B0604020202020204" pitchFamily="34" charset="0"/>
                <a:ea typeface="+mn-ea"/>
                <a:cs typeface="Arial" panose="020B0604020202020204" pitchFamily="34" charset="0"/>
              </a:defRPr>
            </a:lvl3pPr>
            <a:lvl4pPr marL="3207487"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4pPr>
            <a:lvl5pPr marL="4276649"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Arial" panose="020B0604020202020204" pitchFamily="34" charset="0"/>
                <a:ea typeface="+mn-ea"/>
                <a:cs typeface="Arial" panose="020B0604020202020204" pitchFamily="34" charset="0"/>
              </a:defRPr>
            </a:lvl5pPr>
            <a:lvl6pPr marL="5345811"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6pPr>
            <a:lvl7pPr marL="6414973"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7pPr>
            <a:lvl8pPr marL="7484135"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8pPr>
            <a:lvl9pPr marL="8553298" indent="0" algn="ctr" defTabSz="2138324" rtl="0" eaLnBrk="1" latinLnBrk="0" hangingPunct="1">
              <a:lnSpc>
                <a:spcPct val="90000"/>
              </a:lnSpc>
              <a:spcBef>
                <a:spcPts val="1169"/>
              </a:spcBef>
              <a:buFont typeface="Arial" panose="020B0604020202020204" pitchFamily="34" charset="0"/>
              <a:buNone/>
              <a:defRPr sz="3742" kern="1200">
                <a:solidFill>
                  <a:schemeClr val="tx1"/>
                </a:solidFill>
                <a:latin typeface="+mn-lt"/>
                <a:ea typeface="+mn-ea"/>
                <a:cs typeface="+mn-cs"/>
              </a:defRPr>
            </a:lvl9pPr>
          </a:lstStyle>
          <a:p>
            <a:pPr algn="just" defTabSz="895518">
              <a:spcBef>
                <a:spcPct val="50000"/>
              </a:spcBef>
            </a:pPr>
            <a:r>
              <a:rPr lang="de-DE" sz="2000" dirty="0" err="1"/>
              <a:t>Fusce</a:t>
            </a:r>
            <a:r>
              <a:rPr lang="de-DE" sz="2000" dirty="0"/>
              <a:t> </a:t>
            </a:r>
            <a:r>
              <a:rPr lang="de-DE" sz="2000" dirty="0" err="1"/>
              <a:t>facilisis</a:t>
            </a:r>
            <a:r>
              <a:rPr lang="de-DE" sz="2000" dirty="0"/>
              <a:t> </a:t>
            </a:r>
            <a:r>
              <a:rPr lang="de-DE" sz="2000" dirty="0" err="1"/>
              <a:t>finibus</a:t>
            </a:r>
            <a:r>
              <a:rPr lang="de-DE" sz="2000" dirty="0"/>
              <a:t> </a:t>
            </a:r>
            <a:r>
              <a:rPr lang="de-DE" sz="2000" dirty="0" err="1"/>
              <a:t>velit</a:t>
            </a:r>
            <a:r>
              <a:rPr lang="de-DE" sz="2000" dirty="0"/>
              <a:t>. Sed </a:t>
            </a:r>
            <a:r>
              <a:rPr lang="de-DE" sz="2000" dirty="0" err="1"/>
              <a:t>fringilla</a:t>
            </a:r>
            <a:r>
              <a:rPr lang="de-DE" sz="2000" dirty="0"/>
              <a:t>, </a:t>
            </a:r>
            <a:r>
              <a:rPr lang="de-DE" sz="2000" dirty="0" err="1"/>
              <a:t>tortor</a:t>
            </a:r>
            <a:r>
              <a:rPr lang="de-DE" sz="2000" dirty="0"/>
              <a:t> non </a:t>
            </a:r>
            <a:r>
              <a:rPr lang="de-DE" sz="2000" dirty="0" err="1"/>
              <a:t>rutrum</a:t>
            </a:r>
            <a:r>
              <a:rPr lang="de-DE" sz="2000" dirty="0"/>
              <a:t> </a:t>
            </a:r>
            <a:r>
              <a:rPr lang="de-DE" sz="2000" dirty="0" err="1"/>
              <a:t>sagittis</a:t>
            </a:r>
            <a:r>
              <a:rPr lang="de-DE" sz="2000" dirty="0"/>
              <a:t> </a:t>
            </a:r>
            <a:r>
              <a:rPr lang="de-DE" sz="2000" dirty="0" err="1">
                <a:latin typeface="Menlo" panose="020B0609030804020204" pitchFamily="49" charset="0"/>
                <a:ea typeface="Menlo" panose="020B0609030804020204" pitchFamily="49" charset="0"/>
                <a:cs typeface="Menlo" panose="020B0609030804020204" pitchFamily="49" charset="0"/>
              </a:rPr>
              <a:t>samplevariance</a:t>
            </a:r>
            <a:r>
              <a:rPr lang="de-DE" sz="2000" dirty="0"/>
              <a:t>.</a:t>
            </a:r>
          </a:p>
          <a:p>
            <a:pPr algn="just" defTabSz="895518">
              <a:lnSpc>
                <a:spcPct val="100000"/>
              </a:lnSpc>
              <a:spcBef>
                <a:spcPts val="0"/>
              </a:spcBef>
            </a:pPr>
            <a:endParaRPr lang="de-DE" sz="1400" dirty="0">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err="1">
                <a:latin typeface="Menlo" panose="020B0609030804020204" pitchFamily="49" charset="0"/>
                <a:ea typeface="Menlo" panose="020B0609030804020204" pitchFamily="49" charset="0"/>
                <a:cs typeface="Menlo" panose="020B0609030804020204" pitchFamily="49" charset="0"/>
              </a:rPr>
              <a:t>samplevariance</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function</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n</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length</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Sample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size</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x_mean</a:t>
            </a:r>
            <a:r>
              <a:rPr lang="de-DE" sz="1200" dirty="0">
                <a:latin typeface="Menlo" panose="020B0609030804020204" pitchFamily="49" charset="0"/>
                <a:ea typeface="Menlo" panose="020B0609030804020204" pitchFamily="49" charset="0"/>
                <a:cs typeface="Menlo" panose="020B0609030804020204" pitchFamily="49" charset="0"/>
              </a:rPr>
              <a:t> &lt;- </a:t>
            </a:r>
            <a:r>
              <a:rPr lang="de-DE" sz="1200" dirty="0" err="1">
                <a:latin typeface="Menlo" panose="020B0609030804020204" pitchFamily="49" charset="0"/>
                <a:ea typeface="Menlo" panose="020B0609030804020204" pitchFamily="49" charset="0"/>
                <a:cs typeface="Menlo" panose="020B0609030804020204" pitchFamily="49" charset="0"/>
              </a:rPr>
              <a:t>mean</a:t>
            </a:r>
            <a:r>
              <a:rPr lang="de-DE" sz="1200" dirty="0">
                <a:latin typeface="Menlo" panose="020B0609030804020204" pitchFamily="49" charset="0"/>
                <a:ea typeface="Menlo" panose="020B0609030804020204" pitchFamily="49" charset="0"/>
                <a:cs typeface="Menlo" panose="020B0609030804020204" pitchFamily="49" charset="0"/>
              </a:rPr>
              <a:t>(</a:t>
            </a:r>
            <a:r>
              <a:rPr lang="de-DE" sz="1200" dirty="0" err="1">
                <a:latin typeface="Menlo" panose="020B0609030804020204" pitchFamily="49" charset="0"/>
                <a:ea typeface="Menlo" panose="020B0609030804020204" pitchFamily="49" charset="0"/>
                <a:cs typeface="Menlo" panose="020B0609030804020204" pitchFamily="49" charset="0"/>
              </a:rPr>
              <a:t>data</a:t>
            </a: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na.rm</a:t>
            </a:r>
            <a:r>
              <a:rPr lang="de-DE" sz="1200" dirty="0">
                <a:latin typeface="Menlo" panose="020B0609030804020204" pitchFamily="49" charset="0"/>
                <a:ea typeface="Menlo" panose="020B0609030804020204" pitchFamily="49" charset="0"/>
                <a:cs typeface="Menlo" panose="020B0609030804020204" pitchFamily="49" charset="0"/>
              </a:rPr>
              <a:t> = TRUE)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Calculate</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mean</a:t>
            </a:r>
            <a:endParaRPr lang="de-DE" sz="1200" dirty="0">
              <a:solidFill>
                <a:srgbClr val="00B050"/>
              </a:solidFill>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v &lt;- (</a:t>
            </a:r>
            <a:r>
              <a:rPr lang="de-DE" sz="1200" dirty="0" err="1">
                <a:latin typeface="Menlo" panose="020B0609030804020204" pitchFamily="49" charset="0"/>
                <a:ea typeface="Menlo" panose="020B0609030804020204" pitchFamily="49" charset="0"/>
                <a:cs typeface="Menlo" panose="020B0609030804020204" pitchFamily="49" charset="0"/>
              </a:rPr>
              <a:t>data-x_mean</a:t>
            </a:r>
            <a:r>
              <a:rPr lang="de-DE" sz="1200" dirty="0">
                <a:latin typeface="Menlo" panose="020B0609030804020204" pitchFamily="49" charset="0"/>
                <a:ea typeface="Menlo" panose="020B0609030804020204" pitchFamily="49" charset="0"/>
                <a:cs typeface="Menlo" panose="020B0609030804020204" pitchFamily="49" charset="0"/>
              </a:rPr>
              <a:t>)^2/(n-1)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See Formula</a:t>
            </a: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  </a:t>
            </a:r>
            <a:r>
              <a:rPr lang="de-DE" sz="1200" dirty="0" err="1">
                <a:latin typeface="Menlo" panose="020B0609030804020204" pitchFamily="49" charset="0"/>
                <a:ea typeface="Menlo" panose="020B0609030804020204" pitchFamily="49" charset="0"/>
                <a:cs typeface="Menlo" panose="020B0609030804020204" pitchFamily="49" charset="0"/>
              </a:rPr>
              <a:t>return</a:t>
            </a:r>
            <a:r>
              <a:rPr lang="de-DE" sz="1200" dirty="0">
                <a:latin typeface="Menlo" panose="020B0609030804020204" pitchFamily="49" charset="0"/>
                <a:ea typeface="Menlo" panose="020B0609030804020204" pitchFamily="49" charset="0"/>
                <a:cs typeface="Menlo" panose="020B0609030804020204" pitchFamily="49" charset="0"/>
              </a:rPr>
              <a:t>(v)                           </a:t>
            </a:r>
            <a:r>
              <a:rPr lang="de-DE" sz="1200" dirty="0">
                <a:solidFill>
                  <a:srgbClr val="00B050"/>
                </a:solidFill>
                <a:latin typeface="Menlo" panose="020B0609030804020204" pitchFamily="49" charset="0"/>
                <a:ea typeface="Menlo" panose="020B0609030804020204" pitchFamily="49" charset="0"/>
                <a:cs typeface="Menlo" panose="020B0609030804020204" pitchFamily="49" charset="0"/>
              </a:rPr>
              <a:t># Return </a:t>
            </a:r>
            <a:r>
              <a:rPr lang="de-DE" sz="1200" dirty="0" err="1">
                <a:solidFill>
                  <a:srgbClr val="00B050"/>
                </a:solidFill>
                <a:latin typeface="Menlo" panose="020B0609030804020204" pitchFamily="49" charset="0"/>
                <a:ea typeface="Menlo" panose="020B0609030804020204" pitchFamily="49" charset="0"/>
                <a:cs typeface="Menlo" panose="020B0609030804020204" pitchFamily="49" charset="0"/>
              </a:rPr>
              <a:t>result</a:t>
            </a:r>
            <a:endParaRPr lang="de-DE" sz="1200" dirty="0">
              <a:solidFill>
                <a:srgbClr val="00B050"/>
              </a:solidFill>
              <a:latin typeface="Menlo" panose="020B0609030804020204" pitchFamily="49" charset="0"/>
              <a:ea typeface="Menlo" panose="020B0609030804020204" pitchFamily="49" charset="0"/>
              <a:cs typeface="Menlo" panose="020B0609030804020204" pitchFamily="49" charset="0"/>
            </a:endParaRPr>
          </a:p>
          <a:p>
            <a:pPr algn="just" defTabSz="895518">
              <a:lnSpc>
                <a:spcPct val="100000"/>
              </a:lnSpc>
              <a:spcBef>
                <a:spcPts val="0"/>
              </a:spcBef>
            </a:pPr>
            <a:r>
              <a:rPr lang="de-DE" sz="1200" dirty="0">
                <a:latin typeface="Menlo" panose="020B0609030804020204" pitchFamily="49" charset="0"/>
                <a:ea typeface="Menlo" panose="020B0609030804020204" pitchFamily="49" charset="0"/>
                <a:cs typeface="Menlo" panose="020B0609030804020204" pitchFamily="49" charset="0"/>
              </a:rPr>
              <a:t>}</a:t>
            </a:r>
          </a:p>
          <a:p>
            <a:pPr algn="just" defTabSz="895518">
              <a:spcBef>
                <a:spcPct val="50000"/>
              </a:spcBef>
            </a:pPr>
            <a:r>
              <a:rPr lang="de-DE" sz="2000" dirty="0" err="1"/>
              <a:t>Cras</a:t>
            </a:r>
            <a:r>
              <a:rPr lang="de-DE" sz="2000" dirty="0"/>
              <a:t> </a:t>
            </a:r>
            <a:r>
              <a:rPr lang="de-DE" sz="2000" dirty="0" err="1"/>
              <a:t>mattis</a:t>
            </a:r>
            <a:r>
              <a:rPr lang="de-DE" sz="2000" dirty="0"/>
              <a:t> </a:t>
            </a:r>
            <a:r>
              <a:rPr lang="de-DE" sz="2000" dirty="0" err="1"/>
              <a:t>eleifend</a:t>
            </a:r>
            <a:r>
              <a:rPr lang="de-DE" sz="2000" dirty="0"/>
              <a:t> </a:t>
            </a:r>
            <a:r>
              <a:rPr lang="de-DE" sz="2000" dirty="0" err="1"/>
              <a:t>sagittis</a:t>
            </a:r>
            <a:r>
              <a:rPr lang="de-DE" sz="2000" dirty="0"/>
              <a:t>. </a:t>
            </a:r>
            <a:r>
              <a:rPr lang="de-DE" sz="2000" dirty="0" err="1"/>
              <a:t>Fusce</a:t>
            </a:r>
            <a:r>
              <a:rPr lang="de-DE" sz="2000" dirty="0"/>
              <a:t> </a:t>
            </a:r>
            <a:r>
              <a:rPr lang="de-DE" sz="2000" dirty="0" err="1"/>
              <a:t>vitae</a:t>
            </a:r>
            <a:r>
              <a:rPr lang="de-DE" sz="2000" dirty="0"/>
              <a:t> </a:t>
            </a:r>
            <a:r>
              <a:rPr lang="de-DE" sz="2000" dirty="0" err="1"/>
              <a:t>tempus</a:t>
            </a:r>
            <a:r>
              <a:rPr lang="de-DE" sz="2000" dirty="0"/>
              <a:t> </a:t>
            </a:r>
            <a:r>
              <a:rPr lang="de-DE" sz="2000" dirty="0" err="1"/>
              <a:t>risus</a:t>
            </a:r>
            <a:r>
              <a:rPr lang="de-DE" sz="2000" dirty="0"/>
              <a:t>, </a:t>
            </a:r>
            <a:r>
              <a:rPr lang="de-DE" sz="2000" dirty="0" err="1"/>
              <a:t>blandit</a:t>
            </a:r>
            <a:r>
              <a:rPr lang="de-DE" sz="2000" dirty="0"/>
              <a:t> </a:t>
            </a:r>
            <a:r>
              <a:rPr lang="de-DE" sz="2000" dirty="0" err="1"/>
              <a:t>malesuada</a:t>
            </a:r>
            <a:r>
              <a:rPr lang="de-DE" sz="2000" dirty="0"/>
              <a:t> </a:t>
            </a:r>
            <a:r>
              <a:rPr lang="de-DE" sz="2000" dirty="0" err="1"/>
              <a:t>velit</a:t>
            </a:r>
            <a:r>
              <a:rPr lang="de-DE" sz="2000" dirty="0"/>
              <a:t>. </a:t>
            </a:r>
            <a:r>
              <a:rPr lang="de-DE" sz="2000" dirty="0" err="1"/>
              <a:t>Nullam</a:t>
            </a:r>
            <a:r>
              <a:rPr lang="de-DE" sz="2000" dirty="0"/>
              <a:t> et </a:t>
            </a:r>
            <a:r>
              <a:rPr lang="de-DE" sz="2000" dirty="0" err="1"/>
              <a:t>sollicitudin</a:t>
            </a:r>
            <a:r>
              <a:rPr lang="de-DE" sz="2000" dirty="0"/>
              <a:t> erat, </a:t>
            </a:r>
            <a:r>
              <a:rPr lang="de-DE" sz="2000" dirty="0" err="1"/>
              <a:t>vel</a:t>
            </a:r>
            <a:r>
              <a:rPr lang="de-DE" sz="2000" dirty="0"/>
              <a:t> </a:t>
            </a:r>
            <a:r>
              <a:rPr lang="de-DE" sz="2000" dirty="0" err="1"/>
              <a:t>lacinia</a:t>
            </a:r>
            <a:r>
              <a:rPr lang="de-DE" sz="2000" dirty="0"/>
              <a:t> </a:t>
            </a:r>
            <a:r>
              <a:rPr lang="de-DE" sz="2000" dirty="0" err="1"/>
              <a:t>elit</a:t>
            </a:r>
            <a:r>
              <a:rPr lang="de-DE" sz="2000" dirty="0"/>
              <a:t>. </a:t>
            </a:r>
          </a:p>
          <a:p>
            <a:pPr algn="just" defTabSz="895518">
              <a:spcBef>
                <a:spcPct val="50000"/>
              </a:spcBef>
            </a:pPr>
            <a:r>
              <a:rPr lang="de-DE" sz="2000" b="1" dirty="0" err="1">
                <a:latin typeface="Menlo" panose="020B0609030804020204" pitchFamily="49" charset="0"/>
                <a:ea typeface="Menlo" panose="020B0609030804020204" pitchFamily="49" charset="0"/>
                <a:cs typeface="Menlo" panose="020B0609030804020204" pitchFamily="49" charset="0"/>
              </a:rPr>
              <a:t>data</a:t>
            </a:r>
            <a:r>
              <a:rPr lang="de-DE" sz="2000" dirty="0"/>
              <a:t>: </a:t>
            </a:r>
            <a:r>
              <a:rPr lang="de-DE" sz="2000" dirty="0" err="1"/>
              <a:t>haec</a:t>
            </a:r>
            <a:r>
              <a:rPr lang="de-DE" sz="2000" dirty="0"/>
              <a:t> </a:t>
            </a:r>
            <a:r>
              <a:rPr lang="de-DE" sz="2000" dirty="0" err="1"/>
              <a:t>sunt</a:t>
            </a:r>
            <a:r>
              <a:rPr lang="de-DE" sz="2000" dirty="0"/>
              <a:t> </a:t>
            </a:r>
            <a:r>
              <a:rPr lang="de-DE" sz="2000" dirty="0" err="1"/>
              <a:t>data</a:t>
            </a:r>
            <a:r>
              <a:rPr lang="de-DE" sz="2000" dirty="0"/>
              <a:t> </a:t>
            </a:r>
            <a:r>
              <a:rPr lang="de-DE" sz="2000" dirty="0" err="1"/>
              <a:t>vector.Quisque</a:t>
            </a:r>
            <a:r>
              <a:rPr lang="de-DE" sz="2000" dirty="0"/>
              <a:t> </a:t>
            </a:r>
            <a:r>
              <a:rPr lang="de-DE" sz="2000" dirty="0" err="1"/>
              <a:t>condimentum</a:t>
            </a:r>
            <a:r>
              <a:rPr lang="de-DE" sz="2000" dirty="0"/>
              <a:t> </a:t>
            </a:r>
            <a:r>
              <a:rPr lang="de-DE" sz="2000" dirty="0" err="1"/>
              <a:t>nibh</a:t>
            </a:r>
            <a:r>
              <a:rPr lang="de-DE" sz="2000" dirty="0"/>
              <a:t> </a:t>
            </a:r>
            <a:r>
              <a:rPr lang="de-DE" sz="2000" dirty="0" err="1"/>
              <a:t>sapien</a:t>
            </a:r>
            <a:r>
              <a:rPr lang="de-DE" sz="2000" dirty="0"/>
              <a:t>, </a:t>
            </a:r>
            <a:r>
              <a:rPr lang="de-DE" sz="2000" dirty="0" err="1"/>
              <a:t>eu</a:t>
            </a:r>
            <a:r>
              <a:rPr lang="de-DE" sz="2000" dirty="0"/>
              <a:t> </a:t>
            </a:r>
            <a:r>
              <a:rPr lang="de-DE" sz="2000" dirty="0" err="1"/>
              <a:t>venenatis</a:t>
            </a:r>
            <a:r>
              <a:rPr lang="de-DE" sz="2000" dirty="0"/>
              <a:t> </a:t>
            </a:r>
            <a:r>
              <a:rPr lang="de-DE" sz="2000" dirty="0" err="1"/>
              <a:t>nunc</a:t>
            </a:r>
            <a:r>
              <a:rPr lang="de-DE" sz="2000" dirty="0"/>
              <a:t> </a:t>
            </a:r>
            <a:r>
              <a:rPr lang="de-DE" sz="2000" dirty="0" err="1"/>
              <a:t>hendrerit</a:t>
            </a:r>
            <a:r>
              <a:rPr lang="de-DE" sz="2000" dirty="0"/>
              <a:t> non. </a:t>
            </a:r>
          </a:p>
          <a:p>
            <a:pPr algn="just" defTabSz="895518">
              <a:spcBef>
                <a:spcPct val="50000"/>
              </a:spcBef>
            </a:pPr>
            <a:r>
              <a:rPr lang="de-DE" sz="2000" dirty="0"/>
              <a:t>Mauris Mauris </a:t>
            </a:r>
            <a:r>
              <a:rPr lang="de-DE" sz="2000" dirty="0" err="1"/>
              <a:t>leo</a:t>
            </a:r>
            <a:r>
              <a:rPr lang="de-DE" sz="2000" dirty="0"/>
              <a:t> </a:t>
            </a:r>
            <a:r>
              <a:rPr lang="de-DE" sz="2000" dirty="0" err="1"/>
              <a:t>libero</a:t>
            </a:r>
            <a:r>
              <a:rPr lang="de-DE" sz="2000" dirty="0"/>
              <a:t>, </a:t>
            </a:r>
            <a:r>
              <a:rPr lang="de-DE" sz="2000" dirty="0" err="1"/>
              <a:t>vulputate</a:t>
            </a:r>
            <a:r>
              <a:rPr lang="de-DE" sz="2000" dirty="0"/>
              <a:t> a </a:t>
            </a:r>
            <a:r>
              <a:rPr lang="de-DE" sz="2000" dirty="0" err="1"/>
              <a:t>justo</a:t>
            </a:r>
            <a:r>
              <a:rPr lang="de-DE" sz="2000" dirty="0"/>
              <a:t> </a:t>
            </a:r>
            <a:r>
              <a:rPr lang="de-DE" sz="2000" dirty="0" err="1"/>
              <a:t>nec</a:t>
            </a:r>
            <a:r>
              <a:rPr lang="de-DE" sz="2000" dirty="0"/>
              <a:t>, </a:t>
            </a:r>
            <a:r>
              <a:rPr lang="de-DE" sz="2000" dirty="0" err="1"/>
              <a:t>hendrerit</a:t>
            </a:r>
            <a:r>
              <a:rPr lang="de-DE" sz="2000" dirty="0"/>
              <a:t> </a:t>
            </a:r>
            <a:r>
              <a:rPr lang="de-DE" sz="2000" dirty="0" err="1"/>
              <a:t>feugiat</a:t>
            </a:r>
            <a:r>
              <a:rPr lang="de-DE" sz="2000" dirty="0"/>
              <a:t> </a:t>
            </a:r>
            <a:r>
              <a:rPr lang="de-DE" sz="2000" dirty="0" err="1"/>
              <a:t>odio</a:t>
            </a:r>
            <a:r>
              <a:rPr lang="de-DE" sz="2000" dirty="0"/>
              <a:t>. </a:t>
            </a:r>
            <a:r>
              <a:rPr lang="de-DE" sz="2000" dirty="0" err="1"/>
              <a:t>Fusce</a:t>
            </a:r>
            <a:r>
              <a:rPr lang="de-DE" sz="2000" dirty="0"/>
              <a:t> </a:t>
            </a:r>
            <a:r>
              <a:rPr lang="de-DE" sz="2000" dirty="0" err="1"/>
              <a:t>accumsan</a:t>
            </a:r>
            <a:r>
              <a:rPr lang="de-DE" sz="2000" dirty="0"/>
              <a:t>, </a:t>
            </a:r>
            <a:r>
              <a:rPr lang="de-DE" sz="2000" dirty="0" err="1"/>
              <a:t>diam</a:t>
            </a:r>
            <a:r>
              <a:rPr lang="de-DE" sz="2000" dirty="0"/>
              <a:t> </a:t>
            </a:r>
            <a:r>
              <a:rPr lang="de-DE" sz="2000" dirty="0" err="1"/>
              <a:t>quis</a:t>
            </a:r>
            <a:r>
              <a:rPr lang="de-DE" sz="2000" dirty="0"/>
              <a:t> </a:t>
            </a:r>
            <a:r>
              <a:rPr lang="de-DE" sz="2000" dirty="0" err="1"/>
              <a:t>dignissim</a:t>
            </a:r>
            <a:r>
              <a:rPr lang="de-DE" sz="2000" dirty="0"/>
              <a:t> </a:t>
            </a:r>
            <a:r>
              <a:rPr lang="de-DE" sz="2000" dirty="0" err="1"/>
              <a:t>eleifend</a:t>
            </a:r>
            <a:r>
              <a:rPr lang="de-DE" sz="2000" dirty="0"/>
              <a:t>, </a:t>
            </a:r>
            <a:r>
              <a:rPr lang="de-DE" sz="2000" dirty="0" err="1"/>
              <a:t>metus</a:t>
            </a:r>
            <a:r>
              <a:rPr lang="de-DE" sz="2000" dirty="0"/>
              <a:t> mi </a:t>
            </a:r>
            <a:r>
              <a:rPr lang="de-DE" sz="2000" dirty="0" err="1"/>
              <a:t>dapibus</a:t>
            </a:r>
            <a:r>
              <a:rPr lang="de-DE" sz="2000" dirty="0"/>
              <a:t> </a:t>
            </a:r>
            <a:r>
              <a:rPr lang="de-DE" sz="2000" dirty="0" err="1"/>
              <a:t>metus</a:t>
            </a:r>
            <a:r>
              <a:rPr lang="de-DE" sz="2000" dirty="0"/>
              <a:t>, </a:t>
            </a:r>
            <a:r>
              <a:rPr lang="de-DE" sz="2000" dirty="0" err="1"/>
              <a:t>dapibus</a:t>
            </a:r>
            <a:r>
              <a:rPr lang="de-DE" sz="2000" dirty="0"/>
              <a:t> </a:t>
            </a:r>
            <a:r>
              <a:rPr lang="de-DE" sz="2000" dirty="0" err="1"/>
              <a:t>scelerisque</a:t>
            </a:r>
            <a:r>
              <a:rPr lang="de-DE" sz="2000" dirty="0"/>
              <a:t> </a:t>
            </a:r>
            <a:r>
              <a:rPr lang="de-DE" sz="2000" dirty="0" err="1"/>
              <a:t>felis</a:t>
            </a:r>
            <a:r>
              <a:rPr lang="de-DE" sz="2000" dirty="0"/>
              <a:t> </a:t>
            </a:r>
            <a:r>
              <a:rPr lang="de-DE" sz="2000" dirty="0" err="1"/>
              <a:t>nunc</a:t>
            </a:r>
            <a:r>
              <a:rPr lang="de-DE" sz="2000" dirty="0"/>
              <a:t> et </a:t>
            </a:r>
            <a:r>
              <a:rPr lang="de-DE" sz="2000" dirty="0" err="1"/>
              <a:t>turpis</a:t>
            </a:r>
            <a:r>
              <a:rPr lang="de-DE" sz="2000" dirty="0"/>
              <a:t>. </a:t>
            </a:r>
            <a:r>
              <a:rPr lang="de-DE" sz="2000" dirty="0" err="1"/>
              <a:t>Nullam</a:t>
            </a:r>
            <a:r>
              <a:rPr lang="de-DE" sz="2000" dirty="0"/>
              <a:t> </a:t>
            </a:r>
            <a:r>
              <a:rPr lang="de-DE" sz="2000" dirty="0" err="1"/>
              <a:t>euismod</a:t>
            </a:r>
            <a:r>
              <a:rPr lang="de-DE" sz="2000" dirty="0"/>
              <a:t> </a:t>
            </a:r>
            <a:r>
              <a:rPr lang="de-DE" sz="2000" dirty="0" err="1"/>
              <a:t>sodales</a:t>
            </a:r>
            <a:r>
              <a:rPr lang="de-DE" sz="2000" dirty="0"/>
              <a:t> </a:t>
            </a:r>
            <a:r>
              <a:rPr lang="de-DE" sz="2000" dirty="0" err="1"/>
              <a:t>viverra</a:t>
            </a:r>
            <a:r>
              <a:rPr lang="de-DE" sz="2000" dirty="0"/>
              <a:t>.</a:t>
            </a:r>
          </a:p>
        </p:txBody>
      </p:sp>
      <p:grpSp>
        <p:nvGrpSpPr>
          <p:cNvPr id="22" name="Gruppieren 21">
            <a:extLst>
              <a:ext uri="{FF2B5EF4-FFF2-40B4-BE49-F238E27FC236}">
                <a16:creationId xmlns:a16="http://schemas.microsoft.com/office/drawing/2014/main" id="{97F73575-54D0-C12D-91EF-64A5988A88D9}"/>
              </a:ext>
            </a:extLst>
          </p:cNvPr>
          <p:cNvGrpSpPr/>
          <p:nvPr/>
        </p:nvGrpSpPr>
        <p:grpSpPr>
          <a:xfrm>
            <a:off x="-7814244" y="432543"/>
            <a:ext cx="7220560" cy="7447166"/>
            <a:chOff x="-8360887" y="9355088"/>
            <a:chExt cx="7220560" cy="7447166"/>
          </a:xfrm>
        </p:grpSpPr>
        <p:grpSp>
          <p:nvGrpSpPr>
            <p:cNvPr id="14" name="Gruppieren 13">
              <a:extLst>
                <a:ext uri="{FF2B5EF4-FFF2-40B4-BE49-F238E27FC236}">
                  <a16:creationId xmlns:a16="http://schemas.microsoft.com/office/drawing/2014/main" id="{54F35678-6642-508C-9203-335A8059D3E3}"/>
                </a:ext>
              </a:extLst>
            </p:cNvPr>
            <p:cNvGrpSpPr/>
            <p:nvPr/>
          </p:nvGrpSpPr>
          <p:grpSpPr>
            <a:xfrm>
              <a:off x="-6662116" y="9808144"/>
              <a:ext cx="3823021" cy="3823021"/>
              <a:chOff x="-4771830" y="10162457"/>
              <a:chExt cx="3823021" cy="3823021"/>
            </a:xfrm>
          </p:grpSpPr>
          <p:sp>
            <p:nvSpPr>
              <p:cNvPr id="9" name="Oval 8">
                <a:extLst>
                  <a:ext uri="{FF2B5EF4-FFF2-40B4-BE49-F238E27FC236}">
                    <a16:creationId xmlns:a16="http://schemas.microsoft.com/office/drawing/2014/main" id="{FBD0A30F-CCD3-C91D-134F-A32DE385AAD8}"/>
                  </a:ext>
                </a:extLst>
              </p:cNvPr>
              <p:cNvSpPr/>
              <p:nvPr/>
            </p:nvSpPr>
            <p:spPr>
              <a:xfrm>
                <a:off x="-4771830" y="10162457"/>
                <a:ext cx="3823021" cy="3823021"/>
              </a:xfrm>
              <a:prstGeom prst="ellipse">
                <a:avLst/>
              </a:prstGeom>
              <a:solidFill>
                <a:srgbClr val="FFCC01"/>
              </a:solidFill>
              <a:ln w="1016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25EFE7DD-C363-6445-5ECB-E7F9D036DDA5}"/>
                  </a:ext>
                </a:extLst>
              </p:cNvPr>
              <p:cNvGrpSpPr/>
              <p:nvPr/>
            </p:nvGrpSpPr>
            <p:grpSpPr>
              <a:xfrm>
                <a:off x="-4246474" y="11015148"/>
                <a:ext cx="2772308" cy="2538282"/>
                <a:chOff x="-4445622" y="6171106"/>
                <a:chExt cx="2772308" cy="2538282"/>
              </a:xfrm>
            </p:grpSpPr>
            <p:grpSp>
              <p:nvGrpSpPr>
                <p:cNvPr id="12" name="Gruppieren 11">
                  <a:extLst>
                    <a:ext uri="{FF2B5EF4-FFF2-40B4-BE49-F238E27FC236}">
                      <a16:creationId xmlns:a16="http://schemas.microsoft.com/office/drawing/2014/main" id="{328DD6AB-16A2-AA11-3C5B-E107E92CED49}"/>
                    </a:ext>
                  </a:extLst>
                </p:cNvPr>
                <p:cNvGrpSpPr/>
                <p:nvPr/>
              </p:nvGrpSpPr>
              <p:grpSpPr>
                <a:xfrm>
                  <a:off x="-4445622" y="6171106"/>
                  <a:ext cx="2772308" cy="1116124"/>
                  <a:chOff x="-4445622" y="6171106"/>
                  <a:chExt cx="2772308" cy="1116124"/>
                </a:xfrm>
              </p:grpSpPr>
              <p:sp>
                <p:nvSpPr>
                  <p:cNvPr id="5" name="Oval 4">
                    <a:extLst>
                      <a:ext uri="{FF2B5EF4-FFF2-40B4-BE49-F238E27FC236}">
                        <a16:creationId xmlns:a16="http://schemas.microsoft.com/office/drawing/2014/main" id="{AD303809-F49B-52DC-28A7-0684DC5CA572}"/>
                      </a:ext>
                    </a:extLst>
                  </p:cNvPr>
                  <p:cNvSpPr/>
                  <p:nvPr/>
                </p:nvSpPr>
                <p:spPr>
                  <a:xfrm>
                    <a:off x="-4445622" y="6171106"/>
                    <a:ext cx="1116124" cy="11161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Oval 5">
                    <a:extLst>
                      <a:ext uri="{FF2B5EF4-FFF2-40B4-BE49-F238E27FC236}">
                        <a16:creationId xmlns:a16="http://schemas.microsoft.com/office/drawing/2014/main" id="{506980D6-A39D-047A-C5D0-6BFB67C072C1}"/>
                      </a:ext>
                    </a:extLst>
                  </p:cNvPr>
                  <p:cNvSpPr/>
                  <p:nvPr/>
                </p:nvSpPr>
                <p:spPr>
                  <a:xfrm>
                    <a:off x="-2789438" y="6171106"/>
                    <a:ext cx="1116124" cy="11161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8" name="Oval 7">
                  <a:extLst>
                    <a:ext uri="{FF2B5EF4-FFF2-40B4-BE49-F238E27FC236}">
                      <a16:creationId xmlns:a16="http://schemas.microsoft.com/office/drawing/2014/main" id="{E7492543-1AF1-23AB-9C53-8AB97AB01389}"/>
                    </a:ext>
                  </a:extLst>
                </p:cNvPr>
                <p:cNvSpPr/>
                <p:nvPr/>
              </p:nvSpPr>
              <p:spPr>
                <a:xfrm>
                  <a:off x="-3617530" y="7593264"/>
                  <a:ext cx="1116124" cy="11161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sp>
          <p:nvSpPr>
            <p:cNvPr id="17" name="Textfeld 16">
              <a:extLst>
                <a:ext uri="{FF2B5EF4-FFF2-40B4-BE49-F238E27FC236}">
                  <a16:creationId xmlns:a16="http://schemas.microsoft.com/office/drawing/2014/main" id="{3A6E70BE-C56C-F124-0B13-29A143AC54D1}"/>
                </a:ext>
              </a:extLst>
            </p:cNvPr>
            <p:cNvSpPr txBox="1">
              <a:spLocks noChangeAspect="1"/>
            </p:cNvSpPr>
            <p:nvPr/>
          </p:nvSpPr>
          <p:spPr>
            <a:xfrm>
              <a:off x="-7342895" y="9355088"/>
              <a:ext cx="5184577" cy="5184000"/>
            </a:xfrm>
            <a:prstGeom prst="rect">
              <a:avLst/>
            </a:prstGeom>
            <a:noFill/>
          </p:spPr>
          <p:txBody>
            <a:bodyPr wrap="none" rtlCol="0">
              <a:prstTxWarp prst="textArchUp">
                <a:avLst>
                  <a:gd name="adj" fmla="val 12750793"/>
                </a:avLst>
              </a:prstTxWarp>
              <a:spAutoFit/>
            </a:bodyPr>
            <a:lstStyle/>
            <a:p>
              <a:r>
                <a:rPr lang="en-GB" sz="8000" noProof="0" dirty="0">
                  <a:latin typeface="Helvetica Neue Medium" panose="02000503000000020004" pitchFamily="2" charset="0"/>
                  <a:ea typeface="Helvetica Neue Medium" panose="02000503000000020004" pitchFamily="2" charset="0"/>
                  <a:cs typeface="Helvetica Neue Medium" panose="02000503000000020004" pitchFamily="2" charset="0"/>
                </a:rPr>
                <a:t>Blind Poster</a:t>
              </a:r>
            </a:p>
          </p:txBody>
        </p:sp>
        <p:sp>
          <p:nvSpPr>
            <p:cNvPr id="21" name="Textfeld 20">
              <a:extLst>
                <a:ext uri="{FF2B5EF4-FFF2-40B4-BE49-F238E27FC236}">
                  <a16:creationId xmlns:a16="http://schemas.microsoft.com/office/drawing/2014/main" id="{35407551-D64B-10B0-3075-9DD347764B4D}"/>
                </a:ext>
              </a:extLst>
            </p:cNvPr>
            <p:cNvSpPr txBox="1"/>
            <p:nvPr/>
          </p:nvSpPr>
          <p:spPr>
            <a:xfrm>
              <a:off x="-8360887" y="13820538"/>
              <a:ext cx="7220560" cy="2981716"/>
            </a:xfrm>
            <a:prstGeom prst="rect">
              <a:avLst/>
            </a:prstGeom>
            <a:noFill/>
          </p:spPr>
          <p:txBody>
            <a:bodyPr wrap="square" rtlCol="0">
              <a:noAutofit/>
            </a:bodyPr>
            <a:lstStyle/>
            <a:p>
              <a:pPr algn="ctr"/>
              <a:r>
                <a:rPr lang="en-GB" sz="4400" noProof="0" dirty="0">
                  <a:latin typeface="Helvetica Neue" panose="02000503000000020004" pitchFamily="2" charset="0"/>
                  <a:ea typeface="Helvetica Neue" panose="02000503000000020004" pitchFamily="2" charset="0"/>
                  <a:cs typeface="Helvetica Neue" panose="02000503000000020004" pitchFamily="2" charset="0"/>
                </a:rPr>
                <a:t>Please ensure that the poster does contain only your </a:t>
              </a:r>
              <a:r>
                <a:rPr lang="en-GB" sz="4400" noProof="0" dirty="0" err="1">
                  <a:latin typeface="Helvetica Neue" panose="02000503000000020004" pitchFamily="2" charset="0"/>
                  <a:ea typeface="Helvetica Neue" panose="02000503000000020004" pitchFamily="2" charset="0"/>
                  <a:cs typeface="Helvetica Neue" panose="02000503000000020004" pitchFamily="2" charset="0"/>
                </a:rPr>
                <a:t>Immatriculationnumber</a:t>
              </a:r>
              <a:r>
                <a:rPr lang="en-GB" sz="4400" noProof="0" dirty="0">
                  <a:latin typeface="Helvetica Neue" panose="02000503000000020004" pitchFamily="2" charset="0"/>
                  <a:ea typeface="Helvetica Neue" panose="02000503000000020004" pitchFamily="2" charset="0"/>
                  <a:cs typeface="Helvetica Neue" panose="02000503000000020004" pitchFamily="2" charset="0"/>
                </a:rPr>
                <a:t> and </a:t>
              </a:r>
              <a:r>
                <a:rPr lang="en-GB" sz="4400" u="sng" noProof="0" dirty="0">
                  <a:latin typeface="Helvetica Neue" panose="02000503000000020004" pitchFamily="2" charset="0"/>
                  <a:ea typeface="Helvetica Neue" panose="02000503000000020004" pitchFamily="2" charset="0"/>
                  <a:cs typeface="Helvetica Neue" panose="02000503000000020004" pitchFamily="2" charset="0"/>
                </a:rPr>
                <a:t>not</a:t>
              </a:r>
              <a:r>
                <a:rPr lang="en-GB" sz="4400" noProof="0" dirty="0">
                  <a:latin typeface="Helvetica Neue" panose="02000503000000020004" pitchFamily="2" charset="0"/>
                  <a:ea typeface="Helvetica Neue" panose="02000503000000020004" pitchFamily="2" charset="0"/>
                  <a:cs typeface="Helvetica Neue" panose="02000503000000020004" pitchFamily="2" charset="0"/>
                </a:rPr>
                <a:t> your name!</a:t>
              </a:r>
            </a:p>
          </p:txBody>
        </p:sp>
      </p:grpSp>
      <p:sp>
        <p:nvSpPr>
          <p:cNvPr id="25" name="Textfeld 24">
            <a:extLst>
              <a:ext uri="{FF2B5EF4-FFF2-40B4-BE49-F238E27FC236}">
                <a16:creationId xmlns:a16="http://schemas.microsoft.com/office/drawing/2014/main" id="{9449C9FD-35BA-235B-FCF1-9AE298A4BA2D}"/>
              </a:ext>
            </a:extLst>
          </p:cNvPr>
          <p:cNvSpPr txBox="1"/>
          <p:nvPr/>
        </p:nvSpPr>
        <p:spPr>
          <a:xfrm>
            <a:off x="0" y="-1631216"/>
            <a:ext cx="16432062" cy="1631216"/>
          </a:xfrm>
          <a:prstGeom prst="rect">
            <a:avLst/>
          </a:prstGeom>
          <a:noFill/>
        </p:spPr>
        <p:txBody>
          <a:bodyPr wrap="none" rtlCol="0">
            <a:spAutoFit/>
          </a:bodyPr>
          <a:lstStyle/>
          <a:p>
            <a:r>
              <a:rPr lang="de-DE" sz="10000" dirty="0">
                <a:latin typeface="Helvetica Neue Medium" panose="02000503000000020004" pitchFamily="2" charset="0"/>
                <a:ea typeface="Helvetica Neue Medium" panose="02000503000000020004" pitchFamily="2" charset="0"/>
                <a:cs typeface="Helvetica Neue Medium" panose="02000503000000020004" pitchFamily="2" charset="0"/>
              </a:rPr>
              <a:t>Front A1 (594mm x 841mm)</a:t>
            </a:r>
          </a:p>
        </p:txBody>
      </p:sp>
      <p:grpSp>
        <p:nvGrpSpPr>
          <p:cNvPr id="4" name="Gruppieren 3">
            <a:extLst>
              <a:ext uri="{FF2B5EF4-FFF2-40B4-BE49-F238E27FC236}">
                <a16:creationId xmlns:a16="http://schemas.microsoft.com/office/drawing/2014/main" id="{2834FF63-A835-28A0-3C36-78AD3BF1EDF5}"/>
              </a:ext>
            </a:extLst>
          </p:cNvPr>
          <p:cNvGrpSpPr/>
          <p:nvPr/>
        </p:nvGrpSpPr>
        <p:grpSpPr>
          <a:xfrm>
            <a:off x="22963250" y="-1575609"/>
            <a:ext cx="8580093" cy="16044118"/>
            <a:chOff x="23914791" y="-1323439"/>
            <a:chExt cx="8580093" cy="16044118"/>
          </a:xfrm>
        </p:grpSpPr>
        <p:sp>
          <p:nvSpPr>
            <p:cNvPr id="18" name="Rechteck 17">
              <a:extLst>
                <a:ext uri="{FF2B5EF4-FFF2-40B4-BE49-F238E27FC236}">
                  <a16:creationId xmlns:a16="http://schemas.microsoft.com/office/drawing/2014/main" id="{0991DBE5-627E-B3BB-FDD0-E1B1E2F0BD5E}"/>
                </a:ext>
              </a:extLst>
            </p:cNvPr>
            <p:cNvSpPr/>
            <p:nvPr/>
          </p:nvSpPr>
          <p:spPr>
            <a:xfrm>
              <a:off x="23941284" y="6050531"/>
              <a:ext cx="85536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A2</a:t>
              </a:r>
            </a:p>
          </p:txBody>
        </p:sp>
        <p:sp>
          <p:nvSpPr>
            <p:cNvPr id="20" name="Rechteck 19">
              <a:extLst>
                <a:ext uri="{FF2B5EF4-FFF2-40B4-BE49-F238E27FC236}">
                  <a16:creationId xmlns:a16="http://schemas.microsoft.com/office/drawing/2014/main" id="{784D03C4-6EEE-A3F1-E81B-E9019131FE35}"/>
                </a:ext>
              </a:extLst>
            </p:cNvPr>
            <p:cNvSpPr/>
            <p:nvPr/>
          </p:nvSpPr>
          <p:spPr>
            <a:xfrm>
              <a:off x="28218084" y="0"/>
              <a:ext cx="42768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A3</a:t>
              </a:r>
            </a:p>
          </p:txBody>
        </p:sp>
        <p:sp>
          <p:nvSpPr>
            <p:cNvPr id="24" name="Rechteck 23">
              <a:extLst>
                <a:ext uri="{FF2B5EF4-FFF2-40B4-BE49-F238E27FC236}">
                  <a16:creationId xmlns:a16="http://schemas.microsoft.com/office/drawing/2014/main" id="{CD2780E5-1DDD-13FC-6CB7-4B7B46A03BC2}"/>
                </a:ext>
              </a:extLst>
            </p:cNvPr>
            <p:cNvSpPr/>
            <p:nvPr/>
          </p:nvSpPr>
          <p:spPr>
            <a:xfrm>
              <a:off x="23941284" y="0"/>
              <a:ext cx="4276800" cy="6048000"/>
            </a:xfrm>
            <a:prstGeom prst="rect">
              <a:avLst/>
            </a:prstGeom>
            <a:solidFill>
              <a:srgbClr val="00509B"/>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b="1" dirty="0">
                  <a:latin typeface="Arial" panose="020B0604020202020204" pitchFamily="34" charset="0"/>
                  <a:cs typeface="Arial" panose="020B0604020202020204" pitchFamily="34" charset="0"/>
                </a:rPr>
                <a:t>A3</a:t>
              </a:r>
            </a:p>
          </p:txBody>
        </p:sp>
        <p:sp>
          <p:nvSpPr>
            <p:cNvPr id="26" name="Textfeld 25">
              <a:extLst>
                <a:ext uri="{FF2B5EF4-FFF2-40B4-BE49-F238E27FC236}">
                  <a16:creationId xmlns:a16="http://schemas.microsoft.com/office/drawing/2014/main" id="{73B0347D-3F73-4041-9D53-9A455DA229B2}"/>
                </a:ext>
              </a:extLst>
            </p:cNvPr>
            <p:cNvSpPr txBox="1"/>
            <p:nvPr/>
          </p:nvSpPr>
          <p:spPr>
            <a:xfrm>
              <a:off x="23914792" y="-1323439"/>
              <a:ext cx="6234399" cy="1323439"/>
            </a:xfrm>
            <a:prstGeom prst="rect">
              <a:avLst/>
            </a:prstGeom>
            <a:noFill/>
          </p:spPr>
          <p:txBody>
            <a:bodyPr wrap="none" rtlCol="0">
              <a:spAutoFit/>
            </a:bodyPr>
            <a:lstStyle/>
            <a:p>
              <a:r>
                <a:rPr lang="de-DE" sz="8000" b="1" dirty="0">
                  <a:latin typeface="Arial" panose="020B0604020202020204" pitchFamily="34" charset="0"/>
                  <a:cs typeface="Arial" panose="020B0604020202020204" pitchFamily="34" charset="0"/>
                </a:rPr>
                <a:t>A1 </a:t>
              </a:r>
              <a:r>
                <a:rPr lang="de-DE" sz="4000" b="1" dirty="0">
                  <a:latin typeface="Arial" panose="020B0604020202020204" pitchFamily="34" charset="0"/>
                  <a:cs typeface="Arial" panose="020B0604020202020204" pitchFamily="34" charset="0"/>
                </a:rPr>
                <a:t>(594mm x 841mm)</a:t>
              </a:r>
            </a:p>
          </p:txBody>
        </p:sp>
        <p:sp>
          <p:nvSpPr>
            <p:cNvPr id="29" name="Textfeld 28">
              <a:extLst>
                <a:ext uri="{FF2B5EF4-FFF2-40B4-BE49-F238E27FC236}">
                  <a16:creationId xmlns:a16="http://schemas.microsoft.com/office/drawing/2014/main" id="{17D85B06-C708-DB29-00EC-B98B35ADB155}"/>
                </a:ext>
              </a:extLst>
            </p:cNvPr>
            <p:cNvSpPr txBox="1"/>
            <p:nvPr/>
          </p:nvSpPr>
          <p:spPr>
            <a:xfrm>
              <a:off x="23914791" y="12444344"/>
              <a:ext cx="8553600" cy="2276335"/>
            </a:xfrm>
            <a:prstGeom prst="rect">
              <a:avLst/>
            </a:prstGeom>
            <a:noFill/>
          </p:spPr>
          <p:txBody>
            <a:bodyPr wrap="square" rtlCol="0">
              <a:noAutofit/>
            </a:bodyPr>
            <a:lstStyle/>
            <a:p>
              <a:pPr algn="just">
                <a:lnSpc>
                  <a:spcPct val="90000"/>
                </a:lnSpc>
              </a:pPr>
              <a:r>
                <a:rPr lang="en-GB" sz="3600" noProof="1">
                  <a:latin typeface="Arial" panose="020B0604020202020204" pitchFamily="34" charset="0"/>
                  <a:cs typeface="Arial" panose="020B0604020202020204" pitchFamily="34" charset="0"/>
                </a:rPr>
                <a:t>This Poster is to be printed in A1, which can be achieved by combining four A3 or eight A4 sheets. The printers at Fachhochschule Südwestfalen are able to print A3 sheets.</a:t>
              </a:r>
            </a:p>
            <a:p>
              <a:pPr algn="just">
                <a:lnSpc>
                  <a:spcPct val="90000"/>
                </a:lnSpc>
              </a:pPr>
              <a:endParaRPr lang="en-GB" sz="3600" noProof="1">
                <a:latin typeface="Arial" panose="020B0604020202020204" pitchFamily="34" charset="0"/>
                <a:cs typeface="Arial" panose="020B0604020202020204" pitchFamily="34" charset="0"/>
              </a:endParaRPr>
            </a:p>
            <a:p>
              <a:pPr algn="just">
                <a:lnSpc>
                  <a:spcPct val="90000"/>
                </a:lnSpc>
              </a:pPr>
              <a:r>
                <a:rPr lang="en-GB" sz="3600" noProof="1">
                  <a:latin typeface="Arial" panose="020B0604020202020204" pitchFamily="34" charset="0"/>
                  <a:cs typeface="Arial" panose="020B0604020202020204" pitchFamily="34" charset="0"/>
                </a:rPr>
                <a:t>If you do not use a larger plotter or do not want to order the poster from a print shop, the easiest option to print a poster from mulitiple tiled pages is to use the free Acrobar Reader, wich has a dedicated printing option for Posters that span multiple pages.</a:t>
              </a:r>
            </a:p>
          </p:txBody>
        </p:sp>
      </p:grpSp>
    </p:spTree>
    <p:extLst>
      <p:ext uri="{BB962C8B-B14F-4D97-AF65-F5344CB8AC3E}">
        <p14:creationId xmlns:p14="http://schemas.microsoft.com/office/powerpoint/2010/main" val="446988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73237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2539</Words>
  <Application>Microsoft Macintosh PowerPoint</Application>
  <PresentationFormat>Benutzerdefiniert</PresentationFormat>
  <Paragraphs>203</Paragraphs>
  <Slides>4</Slides>
  <Notes>3</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4</vt:i4>
      </vt:variant>
    </vt:vector>
  </HeadingPairs>
  <TitlesOfParts>
    <vt:vector size="13" baseType="lpstr">
      <vt:lpstr>Aptos</vt:lpstr>
      <vt:lpstr>Arial</vt:lpstr>
      <vt:lpstr>Arial Narrow</vt:lpstr>
      <vt:lpstr>Calibri</vt:lpstr>
      <vt:lpstr>Cambria Math</vt:lpstr>
      <vt:lpstr>Helvetica Neue</vt:lpstr>
      <vt:lpstr>Helvetica Neue Medium</vt:lpstr>
      <vt:lpstr>Menlo</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Microsoft Office User</dc:creator>
  <cp:lastModifiedBy>bchwtz</cp:lastModifiedBy>
  <cp:revision>25</cp:revision>
  <cp:lastPrinted>2026-07-27T14:22:56Z</cp:lastPrinted>
  <dcterms:created xsi:type="dcterms:W3CDTF">2024-08-21T13:23:03Z</dcterms:created>
  <dcterms:modified xsi:type="dcterms:W3CDTF">2026-07-27T14:29:31Z</dcterms:modified>
</cp:coreProperties>
</file>